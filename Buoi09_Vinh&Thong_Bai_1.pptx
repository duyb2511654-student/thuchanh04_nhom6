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60" r:id="rId2"/>
    <p:sldId id="258" r:id="rId3"/>
    <p:sldId id="259" r:id="rId4"/>
    <p:sldId id="262" r:id="rId5"/>
    <p:sldId id="261" r:id="rId6"/>
    <p:sldId id="263" r:id="rId7"/>
    <p:sldId id="264" r:id="rId8"/>
    <p:sldId id="265"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6633"/>
    <a:srgbClr val="E9F6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204" autoAdjust="0"/>
    <p:restoredTop sz="94667"/>
  </p:normalViewPr>
  <p:slideViewPr>
    <p:cSldViewPr snapToGrid="0">
      <p:cViewPr varScale="1">
        <p:scale>
          <a:sx n="78" d="100"/>
          <a:sy n="78" d="100"/>
        </p:scale>
        <p:origin x="7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B0AD3A-DB84-4895-A9FA-E112E980D4E4}" type="datetimeFigureOut">
              <a:rPr lang="en-US" smtClean="0"/>
              <a:t>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D6E25C-D7EF-43DA-ADAB-60A033A0CE93}" type="slidenum">
              <a:rPr lang="en-US" smtClean="0"/>
              <a:t>‹#›</a:t>
            </a:fld>
            <a:endParaRPr lang="en-US"/>
          </a:p>
        </p:txBody>
      </p:sp>
    </p:spTree>
    <p:extLst>
      <p:ext uri="{BB962C8B-B14F-4D97-AF65-F5344CB8AC3E}">
        <p14:creationId xmlns:p14="http://schemas.microsoft.com/office/powerpoint/2010/main" val="36891362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AA4CB-DD21-5C66-48B1-1A7EC3843C7F}"/>
              </a:ext>
            </a:extLst>
          </p:cNvPr>
          <p:cNvSpPr>
            <a:spLocks noGrp="1"/>
          </p:cNvSpPr>
          <p:nvPr>
            <p:ph type="ctrTitle"/>
          </p:nvPr>
        </p:nvSpPr>
        <p:spPr>
          <a:xfrm>
            <a:off x="1524000" y="1122363"/>
            <a:ext cx="9144000" cy="2387600"/>
          </a:xfrm>
        </p:spPr>
        <p:txBody>
          <a:bodyPr anchor="b"/>
          <a:lstStyle>
            <a:lvl1pPr algn="ctr">
              <a:defRPr sz="5000">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a:extLst>
              <a:ext uri="{FF2B5EF4-FFF2-40B4-BE49-F238E27FC236}">
                <a16:creationId xmlns:a16="http://schemas.microsoft.com/office/drawing/2014/main" id="{DACCA462-A566-036C-3BEB-45E6A2B39B7A}"/>
              </a:ext>
            </a:extLst>
          </p:cNvPr>
          <p:cNvSpPr>
            <a:spLocks noGrp="1"/>
          </p:cNvSpPr>
          <p:nvPr>
            <p:ph type="subTitle" idx="1"/>
          </p:nvPr>
        </p:nvSpPr>
        <p:spPr>
          <a:xfrm>
            <a:off x="1524000" y="3602038"/>
            <a:ext cx="9144000" cy="1655762"/>
          </a:xfrm>
        </p:spPr>
        <p:txBody>
          <a:bodyPr/>
          <a:lstStyle>
            <a:lvl1pPr marL="0" indent="0" algn="ctr">
              <a:buNone/>
              <a:defRPr sz="32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9315F948-DA28-2FE9-50D4-389C7749E4E8}"/>
              </a:ext>
            </a:extLst>
          </p:cNvPr>
          <p:cNvSpPr>
            <a:spLocks noGrp="1"/>
          </p:cNvSpPr>
          <p:nvPr>
            <p:ph type="dt" sz="half" idx="10"/>
          </p:nvPr>
        </p:nvSpPr>
        <p:spPr/>
        <p:txBody>
          <a:bodyPr/>
          <a:lstStyle/>
          <a:p>
            <a:fld id="{2AF52BB7-63F4-4E63-8708-EE3F48A4B0A4}" type="datetime1">
              <a:rPr lang="en-US" smtClean="0"/>
              <a:t>2/4/2026</a:t>
            </a:fld>
            <a:endParaRPr lang="en-US"/>
          </a:p>
        </p:txBody>
      </p:sp>
      <p:sp>
        <p:nvSpPr>
          <p:cNvPr id="5" name="Footer Placeholder 4">
            <a:extLst>
              <a:ext uri="{FF2B5EF4-FFF2-40B4-BE49-F238E27FC236}">
                <a16:creationId xmlns:a16="http://schemas.microsoft.com/office/drawing/2014/main" id="{91990F47-A2FA-CC37-F5AC-F82235123168}"/>
              </a:ext>
            </a:extLst>
          </p:cNvPr>
          <p:cNvSpPr>
            <a:spLocks noGrp="1"/>
          </p:cNvSpPr>
          <p:nvPr>
            <p:ph type="ftr" sz="quarter" idx="11"/>
          </p:nvPr>
        </p:nvSpPr>
        <p:spPr>
          <a:xfrm>
            <a:off x="5840233" y="5815150"/>
            <a:ext cx="5449956" cy="365125"/>
          </a:xfrm>
        </p:spPr>
        <p:txBody>
          <a:bodyPr/>
          <a:lstStyle>
            <a:lvl1pPr algn="r">
              <a:defRPr sz="2400" b="1">
                <a:solidFill>
                  <a:schemeClr val="tx1"/>
                </a:solidFill>
                <a:latin typeface="Times New Roman" panose="02020603050405020304" pitchFamily="18" charset="0"/>
                <a:cs typeface="Times New Roman" panose="02020603050405020304" pitchFamily="18" charset="0"/>
              </a:defRPr>
            </a:lvl1pPr>
          </a:lstStyle>
          <a:p>
            <a:endParaRPr lang="en-US" dirty="0"/>
          </a:p>
        </p:txBody>
      </p:sp>
      <p:sp>
        <p:nvSpPr>
          <p:cNvPr id="6" name="Slide Number Placeholder 5">
            <a:extLst>
              <a:ext uri="{FF2B5EF4-FFF2-40B4-BE49-F238E27FC236}">
                <a16:creationId xmlns:a16="http://schemas.microsoft.com/office/drawing/2014/main" id="{00001777-37AB-5491-699B-66BEB416A919}"/>
              </a:ext>
            </a:extLst>
          </p:cNvPr>
          <p:cNvSpPr>
            <a:spLocks noGrp="1"/>
          </p:cNvSpPr>
          <p:nvPr>
            <p:ph type="sldNum" sz="quarter" idx="12"/>
          </p:nvPr>
        </p:nvSpPr>
        <p:spPr>
          <a:xfrm>
            <a:off x="8546989" y="6356350"/>
            <a:ext cx="2743200" cy="365125"/>
          </a:xfrm>
          <a:prstGeom prst="rect">
            <a:avLst/>
          </a:prstGeom>
        </p:spPr>
        <p:txBody>
          <a:bodyPr/>
          <a:lstStyle>
            <a:lvl1pPr>
              <a:defRPr sz="2200" b="1">
                <a:solidFill>
                  <a:schemeClr val="bg2">
                    <a:lumMod val="75000"/>
                  </a:schemeClr>
                </a:solidFill>
                <a:latin typeface="Times New Roman" panose="02020603050405020304" pitchFamily="18" charset="0"/>
                <a:cs typeface="Times New Roman" panose="02020603050405020304" pitchFamily="18" charset="0"/>
              </a:defRPr>
            </a:lvl1pPr>
          </a:lstStyle>
          <a:p>
            <a:fld id="{421FEF7B-1F34-4AA3-AA34-0C5163B2A8BB}" type="slidenum">
              <a:rPr lang="en-US" smtClean="0"/>
              <a:pPr/>
              <a:t>‹#›</a:t>
            </a:fld>
            <a:endParaRPr lang="en-US" dirty="0"/>
          </a:p>
        </p:txBody>
      </p:sp>
    </p:spTree>
    <p:extLst>
      <p:ext uri="{BB962C8B-B14F-4D97-AF65-F5344CB8AC3E}">
        <p14:creationId xmlns:p14="http://schemas.microsoft.com/office/powerpoint/2010/main" val="949181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97177-9B72-2395-768A-D1C5BA2D2748}"/>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2E4BED4-F021-B468-414F-520B90607087}"/>
              </a:ext>
            </a:extLst>
          </p:cNvPr>
          <p:cNvSpPr>
            <a:spLocks noGrp="1"/>
          </p:cNvSpPr>
          <p:nvPr>
            <p:ph idx="1"/>
          </p:nvPr>
        </p:nvSpPr>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FEECE12-49D5-E632-DA2A-BFFB0DF1A6DC}"/>
              </a:ext>
            </a:extLst>
          </p:cNvPr>
          <p:cNvSpPr>
            <a:spLocks noGrp="1"/>
          </p:cNvSpPr>
          <p:nvPr>
            <p:ph type="dt" sz="half" idx="10"/>
          </p:nvPr>
        </p:nvSpPr>
        <p:spPr/>
        <p:txBody>
          <a:bodyPr/>
          <a:lstStyle/>
          <a:p>
            <a:fld id="{DFF838EB-D298-493D-8BE2-CFE1096EE76D}" type="datetime1">
              <a:rPr lang="en-US" smtClean="0"/>
              <a:t>2/4/2026</a:t>
            </a:fld>
            <a:endParaRPr lang="en-US"/>
          </a:p>
        </p:txBody>
      </p:sp>
      <p:sp>
        <p:nvSpPr>
          <p:cNvPr id="5" name="Footer Placeholder 4">
            <a:extLst>
              <a:ext uri="{FF2B5EF4-FFF2-40B4-BE49-F238E27FC236}">
                <a16:creationId xmlns:a16="http://schemas.microsoft.com/office/drawing/2014/main" id="{7A16B9A5-0C50-2A10-1ED3-1AEB96E359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009960-AA49-B029-552C-847E6E913934}"/>
              </a:ext>
            </a:extLst>
          </p:cNvPr>
          <p:cNvSpPr>
            <a:spLocks noGrp="1"/>
          </p:cNvSpPr>
          <p:nvPr>
            <p:ph type="sldNum" sz="quarter" idx="12"/>
          </p:nvPr>
        </p:nvSpPr>
        <p:spPr>
          <a:xfrm>
            <a:off x="8610600" y="6356350"/>
            <a:ext cx="2743200" cy="365125"/>
          </a:xfrm>
          <a:prstGeom prst="rect">
            <a:avLst/>
          </a:prstGeom>
        </p:spPr>
        <p:txBody>
          <a:bodyPr/>
          <a:lstStyle/>
          <a:p>
            <a:fld id="{421FEF7B-1F34-4AA3-AA34-0C5163B2A8BB}" type="slidenum">
              <a:rPr lang="en-US" smtClean="0"/>
              <a:t>‹#›</a:t>
            </a:fld>
            <a:endParaRPr lang="en-US"/>
          </a:p>
        </p:txBody>
      </p:sp>
    </p:spTree>
    <p:extLst>
      <p:ext uri="{BB962C8B-B14F-4D97-AF65-F5344CB8AC3E}">
        <p14:creationId xmlns:p14="http://schemas.microsoft.com/office/powerpoint/2010/main" val="11002165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0A812-149F-8B7C-A7A7-9BA794417AF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752A807-C734-13BD-64C9-FA541C84182D}"/>
              </a:ext>
            </a:extLst>
          </p:cNvPr>
          <p:cNvSpPr>
            <a:spLocks noGrp="1"/>
          </p:cNvSpPr>
          <p:nvPr>
            <p:ph type="dt" sz="half" idx="10"/>
          </p:nvPr>
        </p:nvSpPr>
        <p:spPr/>
        <p:txBody>
          <a:bodyPr/>
          <a:lstStyle/>
          <a:p>
            <a:fld id="{95705E50-931C-441A-92FD-B27FEA6389EE}" type="datetime1">
              <a:rPr lang="en-US" smtClean="0"/>
              <a:t>2/4/2026</a:t>
            </a:fld>
            <a:endParaRPr lang="en-US"/>
          </a:p>
        </p:txBody>
      </p:sp>
      <p:sp>
        <p:nvSpPr>
          <p:cNvPr id="4" name="Footer Placeholder 3">
            <a:extLst>
              <a:ext uri="{FF2B5EF4-FFF2-40B4-BE49-F238E27FC236}">
                <a16:creationId xmlns:a16="http://schemas.microsoft.com/office/drawing/2014/main" id="{F9CDA2ED-5F33-05C8-0073-F71F1211000C}"/>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361A16C2-9602-44F6-A96A-3C080F67FEBB}"/>
              </a:ext>
            </a:extLst>
          </p:cNvPr>
          <p:cNvSpPr>
            <a:spLocks noGrp="1"/>
          </p:cNvSpPr>
          <p:nvPr>
            <p:ph type="sldNum" sz="quarter" idx="12"/>
          </p:nvPr>
        </p:nvSpPr>
        <p:spPr>
          <a:xfrm>
            <a:off x="8610600" y="6356350"/>
            <a:ext cx="2743200" cy="365125"/>
          </a:xfrm>
          <a:prstGeom prst="rect">
            <a:avLst/>
          </a:prstGeom>
        </p:spPr>
        <p:txBody>
          <a:bodyPr/>
          <a:lstStyle/>
          <a:p>
            <a:fld id="{421FEF7B-1F34-4AA3-AA34-0C5163B2A8BB}" type="slidenum">
              <a:rPr lang="en-US" smtClean="0"/>
              <a:t>‹#›</a:t>
            </a:fld>
            <a:endParaRPr lang="en-US"/>
          </a:p>
        </p:txBody>
      </p:sp>
    </p:spTree>
    <p:extLst>
      <p:ext uri="{BB962C8B-B14F-4D97-AF65-F5344CB8AC3E}">
        <p14:creationId xmlns:p14="http://schemas.microsoft.com/office/powerpoint/2010/main" val="8244229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975AE-F145-7DAD-5249-CF5F7E3A1F0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E58BF93-2FDF-8145-61C9-4E1D2F3DB32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D111DAE-5EC6-3849-592D-52F5078FE407}"/>
              </a:ext>
            </a:extLst>
          </p:cNvPr>
          <p:cNvSpPr>
            <a:spLocks noGrp="1"/>
          </p:cNvSpPr>
          <p:nvPr>
            <p:ph type="dt" sz="half" idx="10"/>
          </p:nvPr>
        </p:nvSpPr>
        <p:spPr/>
        <p:txBody>
          <a:bodyPr/>
          <a:lstStyle/>
          <a:p>
            <a:fld id="{5F6F915A-F961-40AA-9890-8DD8DDEF49BD}" type="datetime1">
              <a:rPr lang="en-US" smtClean="0"/>
              <a:t>2/4/2026</a:t>
            </a:fld>
            <a:endParaRPr lang="en-US"/>
          </a:p>
        </p:txBody>
      </p:sp>
      <p:sp>
        <p:nvSpPr>
          <p:cNvPr id="5" name="Footer Placeholder 4">
            <a:extLst>
              <a:ext uri="{FF2B5EF4-FFF2-40B4-BE49-F238E27FC236}">
                <a16:creationId xmlns:a16="http://schemas.microsoft.com/office/drawing/2014/main" id="{A2B61FB4-BA48-831E-BD2E-BC68EED59B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9DD316-9775-A1FD-8AB1-9803A4F7D718}"/>
              </a:ext>
            </a:extLst>
          </p:cNvPr>
          <p:cNvSpPr>
            <a:spLocks noGrp="1"/>
          </p:cNvSpPr>
          <p:nvPr>
            <p:ph type="sldNum" sz="quarter" idx="12"/>
          </p:nvPr>
        </p:nvSpPr>
        <p:spPr>
          <a:xfrm>
            <a:off x="8610600" y="6356350"/>
            <a:ext cx="2743200" cy="365125"/>
          </a:xfrm>
          <a:prstGeom prst="rect">
            <a:avLst/>
          </a:prstGeom>
        </p:spPr>
        <p:txBody>
          <a:bodyPr/>
          <a:lstStyle/>
          <a:p>
            <a:fld id="{421FEF7B-1F34-4AA3-AA34-0C5163B2A8BB}" type="slidenum">
              <a:rPr lang="en-US" smtClean="0"/>
              <a:t>‹#›</a:t>
            </a:fld>
            <a:endParaRPr lang="en-US"/>
          </a:p>
        </p:txBody>
      </p:sp>
    </p:spTree>
    <p:extLst>
      <p:ext uri="{BB962C8B-B14F-4D97-AF65-F5344CB8AC3E}">
        <p14:creationId xmlns:p14="http://schemas.microsoft.com/office/powerpoint/2010/main" val="64632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52841-AEBD-93CE-DEC4-8D4296ECC7C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7904D5E-CB47-6C48-69B3-B3D36DCC9B6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2934F1-8BEB-83E3-AE16-4972A13E394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715B4B3-F250-0D67-AFBA-AEB4F0E17152}"/>
              </a:ext>
            </a:extLst>
          </p:cNvPr>
          <p:cNvSpPr>
            <a:spLocks noGrp="1"/>
          </p:cNvSpPr>
          <p:nvPr>
            <p:ph type="dt" sz="half" idx="10"/>
          </p:nvPr>
        </p:nvSpPr>
        <p:spPr/>
        <p:txBody>
          <a:bodyPr/>
          <a:lstStyle/>
          <a:p>
            <a:fld id="{586669C4-CF4C-4BCD-A87C-40C7D7519E40}" type="datetime1">
              <a:rPr lang="en-US" smtClean="0"/>
              <a:t>2/4/2026</a:t>
            </a:fld>
            <a:endParaRPr lang="en-US"/>
          </a:p>
        </p:txBody>
      </p:sp>
      <p:sp>
        <p:nvSpPr>
          <p:cNvPr id="6" name="Footer Placeholder 5">
            <a:extLst>
              <a:ext uri="{FF2B5EF4-FFF2-40B4-BE49-F238E27FC236}">
                <a16:creationId xmlns:a16="http://schemas.microsoft.com/office/drawing/2014/main" id="{E6302606-5C25-82FF-8A8F-53FA540AAE0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4A7028-D465-8523-599D-14F3796D9293}"/>
              </a:ext>
            </a:extLst>
          </p:cNvPr>
          <p:cNvSpPr>
            <a:spLocks noGrp="1"/>
          </p:cNvSpPr>
          <p:nvPr>
            <p:ph type="sldNum" sz="quarter" idx="12"/>
          </p:nvPr>
        </p:nvSpPr>
        <p:spPr>
          <a:xfrm>
            <a:off x="8610600" y="6356350"/>
            <a:ext cx="2743200" cy="365125"/>
          </a:xfrm>
          <a:prstGeom prst="rect">
            <a:avLst/>
          </a:prstGeom>
        </p:spPr>
        <p:txBody>
          <a:bodyPr/>
          <a:lstStyle/>
          <a:p>
            <a:fld id="{421FEF7B-1F34-4AA3-AA34-0C5163B2A8BB}" type="slidenum">
              <a:rPr lang="en-US" smtClean="0"/>
              <a:t>‹#›</a:t>
            </a:fld>
            <a:endParaRPr lang="en-US"/>
          </a:p>
        </p:txBody>
      </p:sp>
    </p:spTree>
    <p:extLst>
      <p:ext uri="{BB962C8B-B14F-4D97-AF65-F5344CB8AC3E}">
        <p14:creationId xmlns:p14="http://schemas.microsoft.com/office/powerpoint/2010/main" val="7837916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77B7D-1EF4-5AAE-BF4B-00C88DA14BD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7B704D6-49FE-E6F0-1ABB-B850F6A6B00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20B16BD-D7D9-A916-83D3-AA07E2FD659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E7E077D-210B-4DEB-DB72-0C8ABDA8B55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E0987C1-CD77-B01E-13AE-AE577D845E0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B49E5CC-39F0-814D-5856-ED7AD6680E0F}"/>
              </a:ext>
            </a:extLst>
          </p:cNvPr>
          <p:cNvSpPr>
            <a:spLocks noGrp="1"/>
          </p:cNvSpPr>
          <p:nvPr>
            <p:ph type="dt" sz="half" idx="10"/>
          </p:nvPr>
        </p:nvSpPr>
        <p:spPr/>
        <p:txBody>
          <a:bodyPr/>
          <a:lstStyle/>
          <a:p>
            <a:fld id="{3B7C03D5-B872-4C62-B866-3A2B6785618F}" type="datetime1">
              <a:rPr lang="en-US" smtClean="0"/>
              <a:t>2/4/2026</a:t>
            </a:fld>
            <a:endParaRPr lang="en-US"/>
          </a:p>
        </p:txBody>
      </p:sp>
      <p:sp>
        <p:nvSpPr>
          <p:cNvPr id="8" name="Footer Placeholder 7">
            <a:extLst>
              <a:ext uri="{FF2B5EF4-FFF2-40B4-BE49-F238E27FC236}">
                <a16:creationId xmlns:a16="http://schemas.microsoft.com/office/drawing/2014/main" id="{32D1064C-2CC1-06F2-F669-EAAB9A1B432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21F6B02-0701-68A3-5A05-69B6969736BA}"/>
              </a:ext>
            </a:extLst>
          </p:cNvPr>
          <p:cNvSpPr>
            <a:spLocks noGrp="1"/>
          </p:cNvSpPr>
          <p:nvPr>
            <p:ph type="sldNum" sz="quarter" idx="12"/>
          </p:nvPr>
        </p:nvSpPr>
        <p:spPr>
          <a:xfrm>
            <a:off x="8610600" y="6356350"/>
            <a:ext cx="2743200" cy="365125"/>
          </a:xfrm>
          <a:prstGeom prst="rect">
            <a:avLst/>
          </a:prstGeom>
        </p:spPr>
        <p:txBody>
          <a:bodyPr/>
          <a:lstStyle/>
          <a:p>
            <a:fld id="{421FEF7B-1F34-4AA3-AA34-0C5163B2A8BB}" type="slidenum">
              <a:rPr lang="en-US" smtClean="0"/>
              <a:t>‹#›</a:t>
            </a:fld>
            <a:endParaRPr lang="en-US"/>
          </a:p>
        </p:txBody>
      </p:sp>
    </p:spTree>
    <p:extLst>
      <p:ext uri="{BB962C8B-B14F-4D97-AF65-F5344CB8AC3E}">
        <p14:creationId xmlns:p14="http://schemas.microsoft.com/office/powerpoint/2010/main" val="3127302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33E88-6388-DED6-7A68-43D61123C81E}"/>
              </a:ext>
            </a:extLst>
          </p:cNvPr>
          <p:cNvSpPr>
            <a:spLocks noGrp="1"/>
          </p:cNvSpPr>
          <p:nvPr>
            <p:ph type="title"/>
          </p:nvPr>
        </p:nvSpPr>
        <p:spPr/>
        <p:txBody>
          <a:bodyPr/>
          <a:lstStyle>
            <a:lvl1pPr>
              <a:defRPr>
                <a:solidFill>
                  <a:schemeClr val="tx1"/>
                </a:solidFill>
              </a:defRPr>
            </a:lvl1pPr>
          </a:lstStyle>
          <a:p>
            <a:r>
              <a:rPr lang="en-US" dirty="0"/>
              <a:t>Click to edit Master title style</a:t>
            </a:r>
          </a:p>
        </p:txBody>
      </p:sp>
      <p:sp>
        <p:nvSpPr>
          <p:cNvPr id="3" name="Date Placeholder 2">
            <a:extLst>
              <a:ext uri="{FF2B5EF4-FFF2-40B4-BE49-F238E27FC236}">
                <a16:creationId xmlns:a16="http://schemas.microsoft.com/office/drawing/2014/main" id="{6FA4B67F-C3CE-B7D1-5414-ECCA26317276}"/>
              </a:ext>
            </a:extLst>
          </p:cNvPr>
          <p:cNvSpPr>
            <a:spLocks noGrp="1"/>
          </p:cNvSpPr>
          <p:nvPr>
            <p:ph type="dt" sz="half" idx="10"/>
          </p:nvPr>
        </p:nvSpPr>
        <p:spPr/>
        <p:txBody>
          <a:bodyPr/>
          <a:lstStyle/>
          <a:p>
            <a:fld id="{7CF5556D-86DA-4721-B9DA-64F8E82CAA6A}" type="datetime1">
              <a:rPr lang="en-US" smtClean="0"/>
              <a:t>2/4/2026</a:t>
            </a:fld>
            <a:endParaRPr lang="en-US"/>
          </a:p>
        </p:txBody>
      </p:sp>
      <p:sp>
        <p:nvSpPr>
          <p:cNvPr id="4" name="Footer Placeholder 3">
            <a:extLst>
              <a:ext uri="{FF2B5EF4-FFF2-40B4-BE49-F238E27FC236}">
                <a16:creationId xmlns:a16="http://schemas.microsoft.com/office/drawing/2014/main" id="{CB42F2F7-93AB-4EAC-FA86-4EC3F542775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404EF37-FF5E-8A43-80E6-8B6D686C2E4E}"/>
              </a:ext>
            </a:extLst>
          </p:cNvPr>
          <p:cNvSpPr>
            <a:spLocks noGrp="1"/>
          </p:cNvSpPr>
          <p:nvPr>
            <p:ph type="sldNum" sz="quarter" idx="12"/>
          </p:nvPr>
        </p:nvSpPr>
        <p:spPr>
          <a:xfrm>
            <a:off x="8610600" y="6356350"/>
            <a:ext cx="2743200" cy="365125"/>
          </a:xfrm>
          <a:prstGeom prst="rect">
            <a:avLst/>
          </a:prstGeom>
        </p:spPr>
        <p:txBody>
          <a:bodyPr/>
          <a:lstStyle/>
          <a:p>
            <a:fld id="{421FEF7B-1F34-4AA3-AA34-0C5163B2A8BB}" type="slidenum">
              <a:rPr lang="en-US" smtClean="0"/>
              <a:t>‹#›</a:t>
            </a:fld>
            <a:endParaRPr lang="en-US"/>
          </a:p>
        </p:txBody>
      </p:sp>
    </p:spTree>
    <p:extLst>
      <p:ext uri="{BB962C8B-B14F-4D97-AF65-F5344CB8AC3E}">
        <p14:creationId xmlns:p14="http://schemas.microsoft.com/office/powerpoint/2010/main" val="38653464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3768A45-8D99-06D4-33C8-2F384E0BD6D3}"/>
              </a:ext>
            </a:extLst>
          </p:cNvPr>
          <p:cNvSpPr>
            <a:spLocks noGrp="1"/>
          </p:cNvSpPr>
          <p:nvPr>
            <p:ph type="dt" sz="half" idx="10"/>
          </p:nvPr>
        </p:nvSpPr>
        <p:spPr/>
        <p:txBody>
          <a:bodyPr/>
          <a:lstStyle/>
          <a:p>
            <a:fld id="{3E94974D-E519-46B8-ACA5-3EE6187FCC4E}" type="datetime1">
              <a:rPr lang="en-US" smtClean="0"/>
              <a:t>2/4/2026</a:t>
            </a:fld>
            <a:endParaRPr lang="en-US"/>
          </a:p>
        </p:txBody>
      </p:sp>
      <p:sp>
        <p:nvSpPr>
          <p:cNvPr id="3" name="Footer Placeholder 2">
            <a:extLst>
              <a:ext uri="{FF2B5EF4-FFF2-40B4-BE49-F238E27FC236}">
                <a16:creationId xmlns:a16="http://schemas.microsoft.com/office/drawing/2014/main" id="{8DD68053-439A-E1BE-2352-AA262132609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B58F685-8BA0-3FA6-97D1-0FF60A66B7FF}"/>
              </a:ext>
            </a:extLst>
          </p:cNvPr>
          <p:cNvSpPr>
            <a:spLocks noGrp="1"/>
          </p:cNvSpPr>
          <p:nvPr>
            <p:ph type="sldNum" sz="quarter" idx="12"/>
          </p:nvPr>
        </p:nvSpPr>
        <p:spPr>
          <a:xfrm>
            <a:off x="8610600" y="6356350"/>
            <a:ext cx="2743200" cy="365125"/>
          </a:xfrm>
          <a:prstGeom prst="rect">
            <a:avLst/>
          </a:prstGeom>
        </p:spPr>
        <p:txBody>
          <a:bodyPr/>
          <a:lstStyle/>
          <a:p>
            <a:fld id="{421FEF7B-1F34-4AA3-AA34-0C5163B2A8BB}" type="slidenum">
              <a:rPr lang="en-US" smtClean="0"/>
              <a:t>‹#›</a:t>
            </a:fld>
            <a:endParaRPr lang="en-US"/>
          </a:p>
        </p:txBody>
      </p:sp>
    </p:spTree>
    <p:extLst>
      <p:ext uri="{BB962C8B-B14F-4D97-AF65-F5344CB8AC3E}">
        <p14:creationId xmlns:p14="http://schemas.microsoft.com/office/powerpoint/2010/main" val="14522490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BE071-85CF-2C1E-294E-A5F2126B1C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A4B3F3F-BAA6-FCBD-2213-B1D322AF977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0CCC627-C569-1032-F3EB-29E8F6FDDD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1CA836-B1AC-0C41-84CC-1A130E290635}"/>
              </a:ext>
            </a:extLst>
          </p:cNvPr>
          <p:cNvSpPr>
            <a:spLocks noGrp="1"/>
          </p:cNvSpPr>
          <p:nvPr>
            <p:ph type="dt" sz="half" idx="10"/>
          </p:nvPr>
        </p:nvSpPr>
        <p:spPr/>
        <p:txBody>
          <a:bodyPr/>
          <a:lstStyle/>
          <a:p>
            <a:fld id="{257E2C6C-E0C0-4181-B46A-EFBE7348183F}" type="datetime1">
              <a:rPr lang="en-US" smtClean="0"/>
              <a:t>2/4/2026</a:t>
            </a:fld>
            <a:endParaRPr lang="en-US"/>
          </a:p>
        </p:txBody>
      </p:sp>
      <p:sp>
        <p:nvSpPr>
          <p:cNvPr id="6" name="Footer Placeholder 5">
            <a:extLst>
              <a:ext uri="{FF2B5EF4-FFF2-40B4-BE49-F238E27FC236}">
                <a16:creationId xmlns:a16="http://schemas.microsoft.com/office/drawing/2014/main" id="{82A2113A-1B1C-81E8-A6E5-88779874DA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5274DE-FF0E-6FB0-1F66-E4F44597AC02}"/>
              </a:ext>
            </a:extLst>
          </p:cNvPr>
          <p:cNvSpPr>
            <a:spLocks noGrp="1"/>
          </p:cNvSpPr>
          <p:nvPr>
            <p:ph type="sldNum" sz="quarter" idx="12"/>
          </p:nvPr>
        </p:nvSpPr>
        <p:spPr>
          <a:xfrm>
            <a:off x="8610600" y="6356350"/>
            <a:ext cx="2743200" cy="365125"/>
          </a:xfrm>
          <a:prstGeom prst="rect">
            <a:avLst/>
          </a:prstGeom>
        </p:spPr>
        <p:txBody>
          <a:bodyPr/>
          <a:lstStyle/>
          <a:p>
            <a:fld id="{421FEF7B-1F34-4AA3-AA34-0C5163B2A8BB}" type="slidenum">
              <a:rPr lang="en-US" smtClean="0"/>
              <a:t>‹#›</a:t>
            </a:fld>
            <a:endParaRPr lang="en-US"/>
          </a:p>
        </p:txBody>
      </p:sp>
    </p:spTree>
    <p:extLst>
      <p:ext uri="{BB962C8B-B14F-4D97-AF65-F5344CB8AC3E}">
        <p14:creationId xmlns:p14="http://schemas.microsoft.com/office/powerpoint/2010/main" val="34275436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F135E-4A74-DA46-9E67-7AE6F11F75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B141B5A-BB2D-8CA4-07AA-93725918AF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52F5CBC-A220-AEFA-6D02-9E8F78829C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9718982-22AC-DA07-1E9E-8403869B3D6F}"/>
              </a:ext>
            </a:extLst>
          </p:cNvPr>
          <p:cNvSpPr>
            <a:spLocks noGrp="1"/>
          </p:cNvSpPr>
          <p:nvPr>
            <p:ph type="dt" sz="half" idx="10"/>
          </p:nvPr>
        </p:nvSpPr>
        <p:spPr/>
        <p:txBody>
          <a:bodyPr/>
          <a:lstStyle/>
          <a:p>
            <a:fld id="{3D9CF81A-1AC8-4AAF-AD9C-2134A0963D1E}" type="datetime1">
              <a:rPr lang="en-US" smtClean="0"/>
              <a:t>2/4/2026</a:t>
            </a:fld>
            <a:endParaRPr lang="en-US"/>
          </a:p>
        </p:txBody>
      </p:sp>
      <p:sp>
        <p:nvSpPr>
          <p:cNvPr id="6" name="Footer Placeholder 5">
            <a:extLst>
              <a:ext uri="{FF2B5EF4-FFF2-40B4-BE49-F238E27FC236}">
                <a16:creationId xmlns:a16="http://schemas.microsoft.com/office/drawing/2014/main" id="{66F4F620-CE52-9D67-8606-B7D00D86395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3F212E-EB8D-3EEA-0560-6F966FFD4107}"/>
              </a:ext>
            </a:extLst>
          </p:cNvPr>
          <p:cNvSpPr>
            <a:spLocks noGrp="1"/>
          </p:cNvSpPr>
          <p:nvPr>
            <p:ph type="sldNum" sz="quarter" idx="12"/>
          </p:nvPr>
        </p:nvSpPr>
        <p:spPr>
          <a:xfrm>
            <a:off x="8610600" y="6356350"/>
            <a:ext cx="2743200" cy="365125"/>
          </a:xfrm>
          <a:prstGeom prst="rect">
            <a:avLst/>
          </a:prstGeom>
        </p:spPr>
        <p:txBody>
          <a:bodyPr/>
          <a:lstStyle/>
          <a:p>
            <a:fld id="{421FEF7B-1F34-4AA3-AA34-0C5163B2A8BB}" type="slidenum">
              <a:rPr lang="en-US" smtClean="0"/>
              <a:t>‹#›</a:t>
            </a:fld>
            <a:endParaRPr lang="en-US"/>
          </a:p>
        </p:txBody>
      </p:sp>
    </p:spTree>
    <p:extLst>
      <p:ext uri="{BB962C8B-B14F-4D97-AF65-F5344CB8AC3E}">
        <p14:creationId xmlns:p14="http://schemas.microsoft.com/office/powerpoint/2010/main" val="31488070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4B590-3C2F-C01F-3640-94B7009F7BD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905A813-7CA7-E1BF-28EC-979950C95C7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10EE03-F424-DB64-A8DD-5C68305CC0DF}"/>
              </a:ext>
            </a:extLst>
          </p:cNvPr>
          <p:cNvSpPr>
            <a:spLocks noGrp="1"/>
          </p:cNvSpPr>
          <p:nvPr>
            <p:ph type="dt" sz="half" idx="10"/>
          </p:nvPr>
        </p:nvSpPr>
        <p:spPr/>
        <p:txBody>
          <a:bodyPr/>
          <a:lstStyle/>
          <a:p>
            <a:fld id="{D297C190-D123-451C-AB89-697765F59B9A}" type="datetime1">
              <a:rPr lang="en-US" smtClean="0"/>
              <a:t>2/4/2026</a:t>
            </a:fld>
            <a:endParaRPr lang="en-US"/>
          </a:p>
        </p:txBody>
      </p:sp>
      <p:sp>
        <p:nvSpPr>
          <p:cNvPr id="5" name="Footer Placeholder 4">
            <a:extLst>
              <a:ext uri="{FF2B5EF4-FFF2-40B4-BE49-F238E27FC236}">
                <a16:creationId xmlns:a16="http://schemas.microsoft.com/office/drawing/2014/main" id="{7C03C36D-E986-E977-E5A8-5159C13103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805190-8E64-1AAE-9295-194A24F349E1}"/>
              </a:ext>
            </a:extLst>
          </p:cNvPr>
          <p:cNvSpPr>
            <a:spLocks noGrp="1"/>
          </p:cNvSpPr>
          <p:nvPr>
            <p:ph type="sldNum" sz="quarter" idx="12"/>
          </p:nvPr>
        </p:nvSpPr>
        <p:spPr>
          <a:xfrm>
            <a:off x="8610600" y="6356350"/>
            <a:ext cx="2743200" cy="365125"/>
          </a:xfrm>
          <a:prstGeom prst="rect">
            <a:avLst/>
          </a:prstGeom>
        </p:spPr>
        <p:txBody>
          <a:bodyPr/>
          <a:lstStyle/>
          <a:p>
            <a:fld id="{421FEF7B-1F34-4AA3-AA34-0C5163B2A8BB}" type="slidenum">
              <a:rPr lang="en-US" smtClean="0"/>
              <a:t>‹#›</a:t>
            </a:fld>
            <a:endParaRPr lang="en-US"/>
          </a:p>
        </p:txBody>
      </p:sp>
    </p:spTree>
    <p:extLst>
      <p:ext uri="{BB962C8B-B14F-4D97-AF65-F5344CB8AC3E}">
        <p14:creationId xmlns:p14="http://schemas.microsoft.com/office/powerpoint/2010/main" val="14562024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36A7E87-1A45-9967-0759-05E475323B0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C679F47-E7D1-E5BA-6D84-CDD80226B59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D90544-144C-42BF-0B3A-2793337DD6DE}"/>
              </a:ext>
            </a:extLst>
          </p:cNvPr>
          <p:cNvSpPr>
            <a:spLocks noGrp="1"/>
          </p:cNvSpPr>
          <p:nvPr>
            <p:ph type="dt" sz="half" idx="10"/>
          </p:nvPr>
        </p:nvSpPr>
        <p:spPr/>
        <p:txBody>
          <a:bodyPr/>
          <a:lstStyle/>
          <a:p>
            <a:fld id="{09AFB82A-6E01-4D13-B178-F35E80D48CF1}" type="datetime1">
              <a:rPr lang="en-US" smtClean="0"/>
              <a:t>2/4/2026</a:t>
            </a:fld>
            <a:endParaRPr lang="en-US"/>
          </a:p>
        </p:txBody>
      </p:sp>
      <p:sp>
        <p:nvSpPr>
          <p:cNvPr id="5" name="Footer Placeholder 4">
            <a:extLst>
              <a:ext uri="{FF2B5EF4-FFF2-40B4-BE49-F238E27FC236}">
                <a16:creationId xmlns:a16="http://schemas.microsoft.com/office/drawing/2014/main" id="{6242994A-BF5E-915D-D0BE-936A823810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E6A536-6E7C-FECD-6C18-490D59170EE5}"/>
              </a:ext>
            </a:extLst>
          </p:cNvPr>
          <p:cNvSpPr>
            <a:spLocks noGrp="1"/>
          </p:cNvSpPr>
          <p:nvPr>
            <p:ph type="sldNum" sz="quarter" idx="12"/>
          </p:nvPr>
        </p:nvSpPr>
        <p:spPr>
          <a:xfrm>
            <a:off x="8610600" y="6356350"/>
            <a:ext cx="2743200" cy="365125"/>
          </a:xfrm>
          <a:prstGeom prst="rect">
            <a:avLst/>
          </a:prstGeom>
        </p:spPr>
        <p:txBody>
          <a:bodyPr/>
          <a:lstStyle/>
          <a:p>
            <a:fld id="{421FEF7B-1F34-4AA3-AA34-0C5163B2A8BB}" type="slidenum">
              <a:rPr lang="en-US" smtClean="0"/>
              <a:t>‹#›</a:t>
            </a:fld>
            <a:endParaRPr lang="en-US"/>
          </a:p>
        </p:txBody>
      </p:sp>
    </p:spTree>
    <p:extLst>
      <p:ext uri="{BB962C8B-B14F-4D97-AF65-F5344CB8AC3E}">
        <p14:creationId xmlns:p14="http://schemas.microsoft.com/office/powerpoint/2010/main" val="25362305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t="-17000" b="-17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FEFB64B-3FED-F345-0300-6C010B07BDE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797986BC-E186-A2D1-EBF1-C6DFE00C5C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FE29E6B6-43DA-7177-6AA9-68DA076C463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743D8D-831F-4EF1-A505-F96C9367E668}" type="datetime1">
              <a:rPr lang="en-US" smtClean="0"/>
              <a:t>2/4/2026</a:t>
            </a:fld>
            <a:endParaRPr lang="en-US"/>
          </a:p>
        </p:txBody>
      </p:sp>
      <p:sp>
        <p:nvSpPr>
          <p:cNvPr id="5" name="Footer Placeholder 4">
            <a:extLst>
              <a:ext uri="{FF2B5EF4-FFF2-40B4-BE49-F238E27FC236}">
                <a16:creationId xmlns:a16="http://schemas.microsoft.com/office/drawing/2014/main" id="{AA02BB99-3B2A-32D1-3D2E-149964671A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8" name="Slide Number Placeholder 5">
            <a:extLst>
              <a:ext uri="{FF2B5EF4-FFF2-40B4-BE49-F238E27FC236}">
                <a16:creationId xmlns:a16="http://schemas.microsoft.com/office/drawing/2014/main" id="{84AB8105-C289-3676-E912-31FA1A21DEF2}"/>
              </a:ext>
            </a:extLst>
          </p:cNvPr>
          <p:cNvSpPr>
            <a:spLocks noGrp="1"/>
          </p:cNvSpPr>
          <p:nvPr>
            <p:ph type="sldNum" sz="quarter" idx="4"/>
          </p:nvPr>
        </p:nvSpPr>
        <p:spPr>
          <a:xfrm>
            <a:off x="8546989" y="6356350"/>
            <a:ext cx="2743200" cy="365125"/>
          </a:xfrm>
          <a:prstGeom prst="rect">
            <a:avLst/>
          </a:prstGeom>
        </p:spPr>
        <p:txBody>
          <a:bodyPr/>
          <a:lstStyle>
            <a:lvl1pPr algn="r">
              <a:defRPr sz="2200" b="1">
                <a:solidFill>
                  <a:schemeClr val="bg2">
                    <a:lumMod val="75000"/>
                  </a:schemeClr>
                </a:solidFill>
                <a:latin typeface="Times New Roman" panose="02020603050405020304" pitchFamily="18" charset="0"/>
                <a:cs typeface="Times New Roman" panose="02020603050405020304" pitchFamily="18" charset="0"/>
              </a:defRPr>
            </a:lvl1pPr>
          </a:lstStyle>
          <a:p>
            <a:fld id="{421FEF7B-1F34-4AA3-AA34-0C5163B2A8BB}" type="slidenum">
              <a:rPr lang="en-US" smtClean="0"/>
              <a:pPr/>
              <a:t>‹#›</a:t>
            </a:fld>
            <a:endParaRPr lang="en-US" dirty="0"/>
          </a:p>
        </p:txBody>
      </p:sp>
    </p:spTree>
    <p:extLst>
      <p:ext uri="{BB962C8B-B14F-4D97-AF65-F5344CB8AC3E}">
        <p14:creationId xmlns:p14="http://schemas.microsoft.com/office/powerpoint/2010/main" val="14800299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dt="0"/>
  <p:txStyles>
    <p:titleStyle>
      <a:lvl1pPr algn="l" defTabSz="914400" rtl="0" eaLnBrk="1" latinLnBrk="0" hangingPunct="1">
        <a:lnSpc>
          <a:spcPct val="90000"/>
        </a:lnSpc>
        <a:spcBef>
          <a:spcPct val="0"/>
        </a:spcBef>
        <a:buNone/>
        <a:defRPr sz="4000" b="1" kern="1200">
          <a:solidFill>
            <a:srgbClr val="996633"/>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Times New Roman" panose="02020603050405020304" pitchFamily="18" charset="0"/>
          <a:ea typeface="+mn-ea"/>
          <a:cs typeface="Times New Roman" panose="02020603050405020304" pitchFamily="18" charset="0"/>
        </a:defRPr>
      </a:lvl1pPr>
      <a:lvl2pPr marL="914400" indent="-457200" algn="l" defTabSz="914400" rtl="0" eaLnBrk="1" latinLnBrk="0" hangingPunct="1">
        <a:lnSpc>
          <a:spcPct val="90000"/>
        </a:lnSpc>
        <a:spcBef>
          <a:spcPts val="500"/>
        </a:spcBef>
        <a:buFont typeface="Calibri" panose="020F050202020403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Calibri" panose="020F050202020403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3pPr>
      <a:lvl4pPr marL="1714500" indent="-342900" algn="l" defTabSz="914400" rtl="0" eaLnBrk="1" latinLnBrk="0" hangingPunct="1">
        <a:lnSpc>
          <a:spcPct val="90000"/>
        </a:lnSpc>
        <a:spcBef>
          <a:spcPts val="500"/>
        </a:spcBef>
        <a:buFont typeface="Wingdings" panose="05000000000000000000" pitchFamily="2" charset="2"/>
        <a:buChar char="§"/>
        <a:defRPr sz="22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Wingdings" panose="05000000000000000000" pitchFamily="2" charset="2"/>
        <a:buChar char="ü"/>
        <a:defRPr sz="20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 Target="slide8.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5EB84-2A43-44AA-6D0E-F9FDDDC11C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E7FBC3-5FE6-B7D8-BA01-35B6D77BB94E}"/>
              </a:ext>
            </a:extLst>
          </p:cNvPr>
          <p:cNvSpPr>
            <a:spLocks noGrp="1"/>
          </p:cNvSpPr>
          <p:nvPr>
            <p:ph type="ctrTitle"/>
          </p:nvPr>
        </p:nvSpPr>
        <p:spPr>
          <a:xfrm>
            <a:off x="1524000" y="1764438"/>
            <a:ext cx="9144000" cy="2387600"/>
          </a:xfrm>
        </p:spPr>
        <p:txBody>
          <a:bodyPr/>
          <a:lstStyle/>
          <a:p>
            <a:r>
              <a:rPr lang="en-US" dirty="0"/>
              <a:t>BỐ CỤC MỘT BÀI THUYẾT TRÌNH</a:t>
            </a:r>
            <a:br>
              <a:rPr lang="en-US" dirty="0"/>
            </a:br>
            <a:endParaRPr lang="en-US"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BD9A1314-544D-A23C-0DA5-335BF2CC7574}"/>
              </a:ext>
            </a:extLst>
          </p:cNvPr>
          <p:cNvSpPr>
            <a:spLocks noGrp="1"/>
          </p:cNvSpPr>
          <p:nvPr>
            <p:ph type="subTitle" idx="1"/>
          </p:nvPr>
        </p:nvSpPr>
        <p:spPr/>
        <p:txBody>
          <a:bodyPr/>
          <a:lstStyle/>
          <a:p>
            <a:r>
              <a:rPr lang="en-US" b="1" dirty="0" err="1"/>
              <a:t>ThS</a:t>
            </a:r>
            <a:r>
              <a:rPr lang="en-US" b="1" dirty="0"/>
              <a:t>. </a:t>
            </a:r>
            <a:r>
              <a:rPr lang="en-US" b="1" dirty="0" err="1"/>
              <a:t>Họ</a:t>
            </a:r>
            <a:r>
              <a:rPr lang="en-US" b="1" dirty="0"/>
              <a:t> </a:t>
            </a:r>
            <a:r>
              <a:rPr lang="en-US" b="1" dirty="0" err="1"/>
              <a:t>và</a:t>
            </a:r>
            <a:r>
              <a:rPr lang="en-US" b="1" dirty="0"/>
              <a:t> </a:t>
            </a:r>
            <a:r>
              <a:rPr lang="en-US" b="1" dirty="0" err="1"/>
              <a:t>Tên</a:t>
            </a:r>
            <a:endParaRPr lang="en-US" b="1" dirty="0"/>
          </a:p>
          <a:p>
            <a:endParaRPr lang="en-US" dirty="0"/>
          </a:p>
        </p:txBody>
      </p:sp>
      <p:sp>
        <p:nvSpPr>
          <p:cNvPr id="5" name="Slide Number Placeholder 4">
            <a:extLst>
              <a:ext uri="{FF2B5EF4-FFF2-40B4-BE49-F238E27FC236}">
                <a16:creationId xmlns:a16="http://schemas.microsoft.com/office/drawing/2014/main" id="{700F5CD5-7B27-7A5B-A4DB-72240738CF5C}"/>
              </a:ext>
            </a:extLst>
          </p:cNvPr>
          <p:cNvSpPr>
            <a:spLocks noGrp="1"/>
          </p:cNvSpPr>
          <p:nvPr>
            <p:ph type="sldNum" sz="quarter" idx="12"/>
          </p:nvPr>
        </p:nvSpPr>
        <p:spPr/>
        <p:txBody>
          <a:bodyPr/>
          <a:lstStyle/>
          <a:p>
            <a:fld id="{421FEF7B-1F34-4AA3-AA34-0C5163B2A8BB}" type="slidenum">
              <a:rPr lang="en-US" smtClean="0"/>
              <a:pPr/>
              <a:t>1</a:t>
            </a:fld>
            <a:endParaRPr lang="en-US" dirty="0"/>
          </a:p>
        </p:txBody>
      </p:sp>
      <p:sp>
        <p:nvSpPr>
          <p:cNvPr id="8" name="Footer Placeholder 7">
            <a:extLst>
              <a:ext uri="{FF2B5EF4-FFF2-40B4-BE49-F238E27FC236}">
                <a16:creationId xmlns:a16="http://schemas.microsoft.com/office/drawing/2014/main" id="{F9D76A1D-3ED6-2DEC-1066-3A23D2721133}"/>
              </a:ext>
            </a:extLst>
          </p:cNvPr>
          <p:cNvSpPr>
            <a:spLocks noGrp="1"/>
          </p:cNvSpPr>
          <p:nvPr>
            <p:ph type="ftr" sz="quarter" idx="11"/>
          </p:nvPr>
        </p:nvSpPr>
        <p:spPr/>
        <p:txBody>
          <a:bodyPr/>
          <a:lstStyle/>
          <a:p>
            <a:r>
              <a:rPr lang="en-US"/>
              <a:t>Trích từ Tủ Sách Khoa học VLOS</a:t>
            </a:r>
          </a:p>
          <a:p>
            <a:endParaRPr lang="en-US" dirty="0"/>
          </a:p>
        </p:txBody>
      </p:sp>
    </p:spTree>
    <p:extLst>
      <p:ext uri="{BB962C8B-B14F-4D97-AF65-F5344CB8AC3E}">
        <p14:creationId xmlns:p14="http://schemas.microsoft.com/office/powerpoint/2010/main" val="42775118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2780C-DFF5-2E85-020A-7415CAE709FA}"/>
              </a:ext>
            </a:extLst>
          </p:cNvPr>
          <p:cNvSpPr>
            <a:spLocks noGrp="1"/>
          </p:cNvSpPr>
          <p:nvPr>
            <p:ph type="title"/>
          </p:nvPr>
        </p:nvSpPr>
        <p:spPr>
          <a:xfrm>
            <a:off x="838200" y="1334530"/>
            <a:ext cx="10515600" cy="356158"/>
          </a:xfrm>
        </p:spPr>
        <p:txBody>
          <a:bodyPr>
            <a:normAutofit fontScale="90000"/>
          </a:bodyPr>
          <a:lstStyle/>
          <a:p>
            <a:r>
              <a:rPr lang="en-US" sz="4400" dirty="0" err="1"/>
              <a:t>Giới</a:t>
            </a:r>
            <a:r>
              <a:rPr lang="en-US" sz="4400" dirty="0"/>
              <a:t> </a:t>
            </a:r>
            <a:r>
              <a:rPr lang="en-US" sz="4400" dirty="0" err="1"/>
              <a:t>thiệu</a:t>
            </a:r>
            <a:br>
              <a:rPr lang="en-US" dirty="0"/>
            </a:br>
            <a:endParaRPr lang="en-US" dirty="0"/>
          </a:p>
        </p:txBody>
      </p:sp>
      <p:sp>
        <p:nvSpPr>
          <p:cNvPr id="3" name="Content Placeholder 2">
            <a:extLst>
              <a:ext uri="{FF2B5EF4-FFF2-40B4-BE49-F238E27FC236}">
                <a16:creationId xmlns:a16="http://schemas.microsoft.com/office/drawing/2014/main" id="{604752C0-2406-F02F-F1B4-67956707B18F}"/>
              </a:ext>
            </a:extLst>
          </p:cNvPr>
          <p:cNvSpPr>
            <a:spLocks noGrp="1"/>
          </p:cNvSpPr>
          <p:nvPr>
            <p:ph idx="1"/>
          </p:nvPr>
        </p:nvSpPr>
        <p:spPr/>
        <p:txBody>
          <a:bodyPr/>
          <a:lstStyle/>
          <a:p>
            <a:pPr marL="0" indent="0">
              <a:buNone/>
            </a:pPr>
            <a:r>
              <a:rPr lang="vi-VN" dirty="0"/>
              <a:t>• Phần mở đầu</a:t>
            </a:r>
          </a:p>
          <a:p>
            <a:pPr marL="0" indent="0">
              <a:buNone/>
            </a:pPr>
            <a:r>
              <a:rPr lang="vi-VN" dirty="0"/>
              <a:t>  – Cần đạt được mục đích</a:t>
            </a:r>
          </a:p>
          <a:p>
            <a:pPr marL="0" indent="0">
              <a:buNone/>
            </a:pPr>
            <a:r>
              <a:rPr lang="vi-VN" dirty="0"/>
              <a:t>• Phần chính</a:t>
            </a:r>
          </a:p>
          <a:p>
            <a:pPr marL="0" indent="0">
              <a:buNone/>
            </a:pPr>
            <a:r>
              <a:rPr lang="vi-VN" dirty="0"/>
              <a:t>  – Đưa ra giải pháp, ý kiến</a:t>
            </a:r>
          </a:p>
          <a:p>
            <a:pPr marL="0" indent="0">
              <a:buNone/>
            </a:pPr>
            <a:r>
              <a:rPr lang="vi-VN" dirty="0"/>
              <a:t>• Phần kết</a:t>
            </a:r>
          </a:p>
          <a:p>
            <a:pPr marL="0" indent="0">
              <a:buNone/>
            </a:pPr>
            <a:r>
              <a:rPr lang="vi-VN" dirty="0"/>
              <a:t>  – Tóm tắt các nội dung đã được trình bày</a:t>
            </a:r>
          </a:p>
          <a:p>
            <a:pPr marL="0" indent="0">
              <a:buNone/>
            </a:pPr>
            <a:endParaRPr lang="en-US" dirty="0"/>
          </a:p>
          <a:p>
            <a:pPr lvl="3"/>
            <a:endParaRPr lang="en-US" dirty="0"/>
          </a:p>
        </p:txBody>
      </p:sp>
      <p:sp>
        <p:nvSpPr>
          <p:cNvPr id="6" name="Slide Number Placeholder 5">
            <a:extLst>
              <a:ext uri="{FF2B5EF4-FFF2-40B4-BE49-F238E27FC236}">
                <a16:creationId xmlns:a16="http://schemas.microsoft.com/office/drawing/2014/main" id="{5B2CA1B9-AEEF-0F7A-5F3C-80BD89068DD8}"/>
              </a:ext>
            </a:extLst>
          </p:cNvPr>
          <p:cNvSpPr>
            <a:spLocks noGrp="1"/>
          </p:cNvSpPr>
          <p:nvPr>
            <p:ph type="sldNum" sz="quarter" idx="12"/>
          </p:nvPr>
        </p:nvSpPr>
        <p:spPr/>
        <p:txBody>
          <a:bodyPr/>
          <a:lstStyle/>
          <a:p>
            <a:fld id="{421FEF7B-1F34-4AA3-AA34-0C5163B2A8BB}" type="slidenum">
              <a:rPr lang="en-US" smtClean="0"/>
              <a:t>2</a:t>
            </a:fld>
            <a:endParaRPr lang="en-US"/>
          </a:p>
        </p:txBody>
      </p:sp>
    </p:spTree>
    <p:extLst>
      <p:ext uri="{BB962C8B-B14F-4D97-AF65-F5344CB8AC3E}">
        <p14:creationId xmlns:p14="http://schemas.microsoft.com/office/powerpoint/2010/main" val="32518090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4DB00-33FF-B08B-F650-402B4EB7D9F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C02EAA0-42D1-4C33-6AA1-D0D90978F16C}"/>
              </a:ext>
            </a:extLst>
          </p:cNvPr>
          <p:cNvSpPr>
            <a:spLocks noGrp="1"/>
          </p:cNvSpPr>
          <p:nvPr>
            <p:ph type="title"/>
          </p:nvPr>
        </p:nvSpPr>
        <p:spPr>
          <a:xfrm>
            <a:off x="838200" y="1219200"/>
            <a:ext cx="10515600" cy="471488"/>
          </a:xfrm>
        </p:spPr>
        <p:txBody>
          <a:bodyPr>
            <a:normAutofit fontScale="90000"/>
          </a:bodyPr>
          <a:lstStyle/>
          <a:p>
            <a:r>
              <a:rPr lang="en-US" dirty="0" err="1"/>
              <a:t>Phần</a:t>
            </a:r>
            <a:r>
              <a:rPr lang="en-US" dirty="0"/>
              <a:t> </a:t>
            </a:r>
            <a:r>
              <a:rPr lang="en-US" dirty="0" err="1"/>
              <a:t>mở</a:t>
            </a:r>
            <a:r>
              <a:rPr lang="en-US" dirty="0"/>
              <a:t> </a:t>
            </a:r>
            <a:r>
              <a:rPr lang="en-US" dirty="0" err="1"/>
              <a:t>đầu</a:t>
            </a:r>
            <a:br>
              <a:rPr lang="en-US" dirty="0"/>
            </a:br>
            <a:endParaRPr lang="en-VN" dirty="0"/>
          </a:p>
        </p:txBody>
      </p:sp>
      <p:sp>
        <p:nvSpPr>
          <p:cNvPr id="3" name="Content Placeholder 2">
            <a:extLst>
              <a:ext uri="{FF2B5EF4-FFF2-40B4-BE49-F238E27FC236}">
                <a16:creationId xmlns:a16="http://schemas.microsoft.com/office/drawing/2014/main" id="{3FBAB72F-019E-57F5-895B-05F7B8A9F7A8}"/>
              </a:ext>
            </a:extLst>
          </p:cNvPr>
          <p:cNvSpPr>
            <a:spLocks noGrp="1"/>
          </p:cNvSpPr>
          <p:nvPr>
            <p:ph idx="1"/>
          </p:nvPr>
        </p:nvSpPr>
        <p:spPr/>
        <p:txBody>
          <a:bodyPr>
            <a:normAutofit lnSpcReduction="10000"/>
          </a:bodyPr>
          <a:lstStyle/>
          <a:p>
            <a:pPr marL="0" indent="0">
              <a:buNone/>
            </a:pPr>
            <a:r>
              <a:rPr lang="vi-VN" dirty="0"/>
              <a:t>• Thu hút sự chú ý của người nghe</a:t>
            </a:r>
          </a:p>
          <a:p>
            <a:pPr marL="0" indent="0">
              <a:buNone/>
            </a:pPr>
            <a:r>
              <a:rPr lang="vi-VN" dirty="0"/>
              <a:t>  – </a:t>
            </a:r>
            <a:r>
              <a:rPr lang="vi-VN" dirty="0">
                <a:hlinkClick r:id="rId2" action="ppaction://hlinksldjump"/>
              </a:rPr>
              <a:t>Sử dụng một đoạn trích dẫn</a:t>
            </a:r>
            <a:endParaRPr lang="vi-VN" dirty="0"/>
          </a:p>
          <a:p>
            <a:pPr marL="0" indent="0">
              <a:buNone/>
            </a:pPr>
            <a:r>
              <a:rPr lang="vi-VN" dirty="0"/>
              <a:t>  – Một câu hỏi</a:t>
            </a:r>
          </a:p>
          <a:p>
            <a:pPr marL="0" indent="0">
              <a:buNone/>
            </a:pPr>
            <a:r>
              <a:rPr lang="vi-VN" dirty="0"/>
              <a:t>  – Một lời hứa</a:t>
            </a:r>
          </a:p>
          <a:p>
            <a:pPr marL="0" indent="0">
              <a:buNone/>
            </a:pPr>
            <a:r>
              <a:rPr lang="vi-VN" dirty="0"/>
              <a:t>  – Thậm chí làm mọi người phải hoạt động</a:t>
            </a:r>
          </a:p>
          <a:p>
            <a:pPr marL="0" indent="0">
              <a:buNone/>
            </a:pPr>
            <a:r>
              <a:rPr lang="vi-VN" dirty="0"/>
              <a:t>• Tóm lược các nội dung liên quan</a:t>
            </a:r>
          </a:p>
          <a:p>
            <a:pPr marL="0" indent="0">
              <a:buNone/>
            </a:pPr>
            <a:r>
              <a:rPr lang="vi-VN" dirty="0"/>
              <a:t>  – Đã được trình bày</a:t>
            </a:r>
          </a:p>
          <a:p>
            <a:pPr marL="0" indent="0">
              <a:buNone/>
            </a:pPr>
            <a:r>
              <a:rPr lang="vi-VN" dirty="0"/>
              <a:t>  – Được đa số người nghe biết rõ</a:t>
            </a:r>
          </a:p>
          <a:p>
            <a:pPr marL="0" indent="0">
              <a:buNone/>
            </a:pPr>
            <a:endParaRPr lang="en-US" dirty="0"/>
          </a:p>
          <a:p>
            <a:pPr lvl="3"/>
            <a:endParaRPr lang="en-US" dirty="0"/>
          </a:p>
          <a:p>
            <a:pPr lvl="3"/>
            <a:endParaRPr lang="en-US" dirty="0"/>
          </a:p>
        </p:txBody>
      </p:sp>
      <p:sp>
        <p:nvSpPr>
          <p:cNvPr id="7" name="Slide Number Placeholder 6">
            <a:extLst>
              <a:ext uri="{FF2B5EF4-FFF2-40B4-BE49-F238E27FC236}">
                <a16:creationId xmlns:a16="http://schemas.microsoft.com/office/drawing/2014/main" id="{13142FE3-0C85-B870-C655-9C0D22258C03}"/>
              </a:ext>
            </a:extLst>
          </p:cNvPr>
          <p:cNvSpPr>
            <a:spLocks noGrp="1"/>
          </p:cNvSpPr>
          <p:nvPr>
            <p:ph type="sldNum" sz="quarter" idx="12"/>
          </p:nvPr>
        </p:nvSpPr>
        <p:spPr/>
        <p:txBody>
          <a:bodyPr/>
          <a:lstStyle/>
          <a:p>
            <a:fld id="{421FEF7B-1F34-4AA3-AA34-0C5163B2A8BB}" type="slidenum">
              <a:rPr lang="en-US" smtClean="0"/>
              <a:t>3</a:t>
            </a:fld>
            <a:endParaRPr lang="en-US"/>
          </a:p>
        </p:txBody>
      </p:sp>
    </p:spTree>
    <p:extLst>
      <p:ext uri="{BB962C8B-B14F-4D97-AF65-F5344CB8AC3E}">
        <p14:creationId xmlns:p14="http://schemas.microsoft.com/office/powerpoint/2010/main" val="422818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863290-E57B-78CC-C108-4DC7534DF80C}"/>
              </a:ext>
            </a:extLst>
          </p:cNvPr>
          <p:cNvSpPr>
            <a:spLocks noGrp="1"/>
          </p:cNvSpPr>
          <p:nvPr>
            <p:ph type="title"/>
          </p:nvPr>
        </p:nvSpPr>
        <p:spPr>
          <a:xfrm>
            <a:off x="838200" y="1083204"/>
            <a:ext cx="10515600" cy="742421"/>
          </a:xfrm>
        </p:spPr>
        <p:txBody>
          <a:bodyPr>
            <a:normAutofit fontScale="90000"/>
          </a:bodyPr>
          <a:lstStyle/>
          <a:p>
            <a:r>
              <a:rPr lang="en-US" dirty="0" err="1"/>
              <a:t>Phần</a:t>
            </a:r>
            <a:r>
              <a:rPr lang="en-US" dirty="0"/>
              <a:t> </a:t>
            </a:r>
            <a:r>
              <a:rPr lang="en-US" dirty="0" err="1"/>
              <a:t>chính</a:t>
            </a:r>
            <a:br>
              <a:rPr lang="en-US" dirty="0"/>
            </a:br>
            <a:endParaRPr lang="en-VN" dirty="0"/>
          </a:p>
        </p:txBody>
      </p:sp>
      <p:sp>
        <p:nvSpPr>
          <p:cNvPr id="3" name="Content Placeholder 2">
            <a:extLst>
              <a:ext uri="{FF2B5EF4-FFF2-40B4-BE49-F238E27FC236}">
                <a16:creationId xmlns:a16="http://schemas.microsoft.com/office/drawing/2014/main" id="{103CA659-DC8C-A425-28CA-77CEEDFDBB34}"/>
              </a:ext>
            </a:extLst>
          </p:cNvPr>
          <p:cNvSpPr>
            <a:spLocks noGrp="1"/>
          </p:cNvSpPr>
          <p:nvPr>
            <p:ph idx="1"/>
          </p:nvPr>
        </p:nvSpPr>
        <p:spPr/>
        <p:txBody>
          <a:bodyPr/>
          <a:lstStyle/>
          <a:p>
            <a:pPr marL="0" indent="0">
              <a:buNone/>
            </a:pPr>
            <a:r>
              <a:rPr lang="vi-VN" dirty="0"/>
              <a:t>• Phần chính với các nội dung</a:t>
            </a:r>
          </a:p>
          <a:p>
            <a:pPr marL="0" indent="0">
              <a:buNone/>
            </a:pPr>
            <a:r>
              <a:rPr lang="vi-VN" dirty="0"/>
              <a:t>  – Vấn đề cần giải quyết, yêu cầu công việc</a:t>
            </a:r>
          </a:p>
          <a:p>
            <a:pPr marL="0" indent="0">
              <a:buNone/>
            </a:pPr>
            <a:r>
              <a:rPr lang="vi-VN" dirty="0"/>
              <a:t>  – Ý tưởng và giải pháp</a:t>
            </a:r>
          </a:p>
          <a:p>
            <a:pPr marL="0" indent="0">
              <a:buNone/>
            </a:pPr>
            <a:r>
              <a:rPr lang="vi-VN" dirty="0"/>
              <a:t>  – </a:t>
            </a:r>
            <a:r>
              <a:rPr lang="vi-VN" dirty="0">
                <a:hlinkClick r:id="rId2" action="ppaction://hlinksldjump"/>
              </a:rPr>
              <a:t>Cung cấp ví dụ để chứng minh</a:t>
            </a:r>
            <a:endParaRPr lang="vi-VN" dirty="0"/>
          </a:p>
          <a:p>
            <a:pPr marL="0" indent="0">
              <a:buNone/>
            </a:pPr>
            <a:r>
              <a:rPr lang="vi-VN" dirty="0"/>
              <a:t>  – Lợi ích khi áp dụng giải pháp</a:t>
            </a:r>
          </a:p>
          <a:p>
            <a:pPr marL="0" indent="0">
              <a:buNone/>
            </a:pPr>
            <a:r>
              <a:rPr lang="vi-VN" dirty="0"/>
              <a:t>  – Chương trình hành động/các việc làm cụ thể</a:t>
            </a:r>
          </a:p>
          <a:p>
            <a:pPr marL="0" indent="0">
              <a:buNone/>
            </a:pPr>
            <a:endParaRPr lang="vi-VN" dirty="0"/>
          </a:p>
        </p:txBody>
      </p:sp>
      <p:sp>
        <p:nvSpPr>
          <p:cNvPr id="7" name="Slide Number Placeholder 6">
            <a:extLst>
              <a:ext uri="{FF2B5EF4-FFF2-40B4-BE49-F238E27FC236}">
                <a16:creationId xmlns:a16="http://schemas.microsoft.com/office/drawing/2014/main" id="{0AAAA2E9-B9A5-EFDE-EF33-AB5BE41B6AEF}"/>
              </a:ext>
            </a:extLst>
          </p:cNvPr>
          <p:cNvSpPr>
            <a:spLocks noGrp="1"/>
          </p:cNvSpPr>
          <p:nvPr>
            <p:ph type="sldNum" sz="quarter" idx="12"/>
          </p:nvPr>
        </p:nvSpPr>
        <p:spPr/>
        <p:txBody>
          <a:bodyPr/>
          <a:lstStyle/>
          <a:p>
            <a:fld id="{421FEF7B-1F34-4AA3-AA34-0C5163B2A8BB}" type="slidenum">
              <a:rPr lang="en-US" smtClean="0"/>
              <a:t>4</a:t>
            </a:fld>
            <a:endParaRPr lang="en-US"/>
          </a:p>
        </p:txBody>
      </p:sp>
    </p:spTree>
    <p:extLst>
      <p:ext uri="{BB962C8B-B14F-4D97-AF65-F5344CB8AC3E}">
        <p14:creationId xmlns:p14="http://schemas.microsoft.com/office/powerpoint/2010/main" val="35563586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7E283-2038-9EFB-90DB-02A948FC8344}"/>
              </a:ext>
            </a:extLst>
          </p:cNvPr>
          <p:cNvSpPr>
            <a:spLocks noGrp="1"/>
          </p:cNvSpPr>
          <p:nvPr>
            <p:ph type="title"/>
          </p:nvPr>
        </p:nvSpPr>
        <p:spPr>
          <a:xfrm>
            <a:off x="838200" y="1083204"/>
            <a:ext cx="10515600" cy="742421"/>
          </a:xfrm>
        </p:spPr>
        <p:txBody>
          <a:bodyPr>
            <a:normAutofit fontScale="90000"/>
          </a:bodyPr>
          <a:lstStyle/>
          <a:p>
            <a:r>
              <a:rPr lang="en-US" dirty="0" err="1"/>
              <a:t>Phần</a:t>
            </a:r>
            <a:r>
              <a:rPr lang="en-US" dirty="0"/>
              <a:t> </a:t>
            </a:r>
            <a:r>
              <a:rPr lang="en-US" dirty="0" err="1"/>
              <a:t>kết</a:t>
            </a:r>
            <a:br>
              <a:rPr lang="en-US" dirty="0"/>
            </a:br>
            <a:endParaRPr lang="en-VN" dirty="0"/>
          </a:p>
        </p:txBody>
      </p:sp>
      <p:sp>
        <p:nvSpPr>
          <p:cNvPr id="3" name="Content Placeholder 2">
            <a:extLst>
              <a:ext uri="{FF2B5EF4-FFF2-40B4-BE49-F238E27FC236}">
                <a16:creationId xmlns:a16="http://schemas.microsoft.com/office/drawing/2014/main" id="{0F0DA956-4AF7-F106-C547-3D31E7E04437}"/>
              </a:ext>
            </a:extLst>
          </p:cNvPr>
          <p:cNvSpPr>
            <a:spLocks noGrp="1"/>
          </p:cNvSpPr>
          <p:nvPr>
            <p:ph idx="1"/>
          </p:nvPr>
        </p:nvSpPr>
        <p:spPr/>
        <p:txBody>
          <a:bodyPr/>
          <a:lstStyle/>
          <a:p>
            <a:pPr marL="0" indent="0">
              <a:buNone/>
            </a:pPr>
            <a:r>
              <a:rPr lang="vi-VN" dirty="0"/>
              <a:t>• Tóm tắt</a:t>
            </a:r>
          </a:p>
          <a:p>
            <a:pPr marL="0" indent="0">
              <a:buNone/>
            </a:pPr>
            <a:r>
              <a:rPr lang="vi-VN" dirty="0"/>
              <a:t>• Kết luận cuối cùng</a:t>
            </a:r>
          </a:p>
          <a:p>
            <a:pPr marL="0" indent="0">
              <a:buNone/>
            </a:pPr>
            <a:r>
              <a:rPr lang="vi-VN" dirty="0"/>
              <a:t>  – Liệu còn điều gì bạn muốn người nghe ghi nhớ?</a:t>
            </a:r>
          </a:p>
          <a:p>
            <a:pPr marL="0" indent="0">
              <a:buNone/>
            </a:pPr>
            <a:endParaRPr lang="vi-VN" dirty="0"/>
          </a:p>
        </p:txBody>
      </p:sp>
      <p:sp>
        <p:nvSpPr>
          <p:cNvPr id="7" name="Slide Number Placeholder 6">
            <a:extLst>
              <a:ext uri="{FF2B5EF4-FFF2-40B4-BE49-F238E27FC236}">
                <a16:creationId xmlns:a16="http://schemas.microsoft.com/office/drawing/2014/main" id="{491EF200-DB5A-7C9E-1B6E-192A82729CC1}"/>
              </a:ext>
            </a:extLst>
          </p:cNvPr>
          <p:cNvSpPr>
            <a:spLocks noGrp="1"/>
          </p:cNvSpPr>
          <p:nvPr>
            <p:ph type="sldNum" sz="quarter" idx="12"/>
          </p:nvPr>
        </p:nvSpPr>
        <p:spPr/>
        <p:txBody>
          <a:bodyPr/>
          <a:lstStyle/>
          <a:p>
            <a:fld id="{421FEF7B-1F34-4AA3-AA34-0C5163B2A8BB}" type="slidenum">
              <a:rPr lang="en-US" smtClean="0"/>
              <a:t>5</a:t>
            </a:fld>
            <a:endParaRPr lang="en-US"/>
          </a:p>
        </p:txBody>
      </p:sp>
    </p:spTree>
    <p:extLst>
      <p:ext uri="{BB962C8B-B14F-4D97-AF65-F5344CB8AC3E}">
        <p14:creationId xmlns:p14="http://schemas.microsoft.com/office/powerpoint/2010/main" val="13153620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8240C-437A-C4BD-417D-CEE8B32C5D46}"/>
              </a:ext>
            </a:extLst>
          </p:cNvPr>
          <p:cNvSpPr>
            <a:spLocks noGrp="1"/>
          </p:cNvSpPr>
          <p:nvPr>
            <p:ph type="title"/>
          </p:nvPr>
        </p:nvSpPr>
        <p:spPr>
          <a:xfrm>
            <a:off x="838200" y="1161535"/>
            <a:ext cx="10515600" cy="5189838"/>
          </a:xfrm>
        </p:spPr>
        <p:txBody>
          <a:bodyPr>
            <a:normAutofit/>
          </a:bodyPr>
          <a:lstStyle/>
          <a:p>
            <a:pPr algn="ctr"/>
            <a:r>
              <a:rPr lang="vi-VN" dirty="0"/>
              <a:t>Cám ơn sự chú ý của quý vị</a:t>
            </a:r>
            <a:br>
              <a:rPr lang="vi-VN" dirty="0"/>
            </a:br>
            <a:endParaRPr lang="en-VN" dirty="0"/>
          </a:p>
        </p:txBody>
      </p:sp>
      <p:sp>
        <p:nvSpPr>
          <p:cNvPr id="6" name="Slide Number Placeholder 5">
            <a:extLst>
              <a:ext uri="{FF2B5EF4-FFF2-40B4-BE49-F238E27FC236}">
                <a16:creationId xmlns:a16="http://schemas.microsoft.com/office/drawing/2014/main" id="{B2103B6C-A6F9-225F-7EF8-BB66E9633C32}"/>
              </a:ext>
            </a:extLst>
          </p:cNvPr>
          <p:cNvSpPr>
            <a:spLocks noGrp="1"/>
          </p:cNvSpPr>
          <p:nvPr>
            <p:ph type="sldNum" sz="quarter" idx="12"/>
          </p:nvPr>
        </p:nvSpPr>
        <p:spPr/>
        <p:txBody>
          <a:bodyPr/>
          <a:lstStyle/>
          <a:p>
            <a:fld id="{421FEF7B-1F34-4AA3-AA34-0C5163B2A8BB}" type="slidenum">
              <a:rPr lang="en-US" smtClean="0"/>
              <a:t>6</a:t>
            </a:fld>
            <a:endParaRPr lang="en-US"/>
          </a:p>
        </p:txBody>
      </p:sp>
    </p:spTree>
    <p:extLst>
      <p:ext uri="{BB962C8B-B14F-4D97-AF65-F5344CB8AC3E}">
        <p14:creationId xmlns:p14="http://schemas.microsoft.com/office/powerpoint/2010/main" val="10029805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39CA1-0EB3-AABB-BC2A-C0CD35CAD37B}"/>
              </a:ext>
            </a:extLst>
          </p:cNvPr>
          <p:cNvSpPr>
            <a:spLocks noGrp="1"/>
          </p:cNvSpPr>
          <p:nvPr>
            <p:ph type="title"/>
          </p:nvPr>
        </p:nvSpPr>
        <p:spPr>
          <a:xfrm>
            <a:off x="838200" y="1260389"/>
            <a:ext cx="10515600" cy="430299"/>
          </a:xfrm>
        </p:spPr>
        <p:txBody>
          <a:bodyPr>
            <a:normAutofit fontScale="90000"/>
          </a:bodyPr>
          <a:lstStyle/>
          <a:p>
            <a:r>
              <a:rPr lang="en-US" dirty="0" err="1"/>
              <a:t>Ví</a:t>
            </a:r>
            <a:r>
              <a:rPr lang="en-US" dirty="0"/>
              <a:t> </a:t>
            </a:r>
            <a:r>
              <a:rPr lang="en-US" dirty="0" err="1"/>
              <a:t>dụ</a:t>
            </a:r>
            <a:r>
              <a:rPr lang="en-US" dirty="0"/>
              <a:t>: </a:t>
            </a:r>
            <a:r>
              <a:rPr lang="en-US" dirty="0" err="1"/>
              <a:t>sử</a:t>
            </a:r>
            <a:r>
              <a:rPr lang="en-US" dirty="0"/>
              <a:t> </a:t>
            </a:r>
            <a:r>
              <a:rPr lang="en-US" dirty="0" err="1"/>
              <a:t>dụng</a:t>
            </a:r>
            <a:r>
              <a:rPr lang="en-US" dirty="0"/>
              <a:t> </a:t>
            </a:r>
            <a:r>
              <a:rPr lang="en-US" dirty="0" err="1"/>
              <a:t>một</a:t>
            </a:r>
            <a:r>
              <a:rPr lang="en-US" dirty="0"/>
              <a:t> </a:t>
            </a:r>
            <a:r>
              <a:rPr lang="en-US" dirty="0" err="1"/>
              <a:t>đoạn</a:t>
            </a:r>
            <a:r>
              <a:rPr lang="en-US" dirty="0"/>
              <a:t> </a:t>
            </a:r>
            <a:r>
              <a:rPr lang="en-US" dirty="0" err="1"/>
              <a:t>trích</a:t>
            </a:r>
            <a:r>
              <a:rPr lang="en-US" dirty="0"/>
              <a:t> </a:t>
            </a:r>
            <a:r>
              <a:rPr lang="en-US" dirty="0" err="1"/>
              <a:t>dẫn</a:t>
            </a:r>
            <a:r>
              <a:rPr lang="en-US" dirty="0"/>
              <a:t> </a:t>
            </a:r>
            <a:r>
              <a:rPr lang="en-US" dirty="0" err="1"/>
              <a:t>khi</a:t>
            </a:r>
            <a:r>
              <a:rPr lang="en-US" dirty="0"/>
              <a:t> </a:t>
            </a:r>
            <a:r>
              <a:rPr lang="en-US" dirty="0" err="1"/>
              <a:t>giới</a:t>
            </a:r>
            <a:r>
              <a:rPr lang="en-US" dirty="0"/>
              <a:t> </a:t>
            </a:r>
            <a:r>
              <a:rPr lang="en-US" dirty="0" err="1"/>
              <a:t>thiệu</a:t>
            </a:r>
            <a:br>
              <a:rPr lang="en-US" dirty="0"/>
            </a:br>
            <a:endParaRPr lang="en-VN" dirty="0"/>
          </a:p>
        </p:txBody>
      </p:sp>
      <p:sp>
        <p:nvSpPr>
          <p:cNvPr id="3" name="Content Placeholder 2">
            <a:extLst>
              <a:ext uri="{FF2B5EF4-FFF2-40B4-BE49-F238E27FC236}">
                <a16:creationId xmlns:a16="http://schemas.microsoft.com/office/drawing/2014/main" id="{CF4B3549-43C4-AECA-43EA-9A066694A699}"/>
              </a:ext>
            </a:extLst>
          </p:cNvPr>
          <p:cNvSpPr>
            <a:spLocks noGrp="1"/>
          </p:cNvSpPr>
          <p:nvPr>
            <p:ph idx="1"/>
          </p:nvPr>
        </p:nvSpPr>
        <p:spPr/>
        <p:txBody>
          <a:bodyPr>
            <a:normAutofit/>
          </a:bodyPr>
          <a:lstStyle/>
          <a:p>
            <a:pPr marL="0" indent="0" algn="just">
              <a:buNone/>
            </a:pPr>
            <a:r>
              <a:rPr lang="vi-VN" dirty="0"/>
              <a:t>• Ví dụ: Ta có thể phát biểu trích dẫn lợi ích khi học ngành công nghệ thông tin</a:t>
            </a:r>
          </a:p>
          <a:p>
            <a:pPr marL="0" indent="0" algn="just">
              <a:buNone/>
            </a:pPr>
            <a:r>
              <a:rPr lang="vi-VN" dirty="0"/>
              <a:t>      “Hằng năm, công nghệ mới luôn được phát triển và thể hiện tầm quan trọng của nó đối với cuộc sống. Các doanh nghiệp cũng thay đổi theo hướng cập nhật công nghệ thông tin và yêu cầu sự thay đổi về nhân sự giỏi công nghệ. Ngành học CNTT được coi là lĩnh vực ngày một phát triển và trở nên hữu ích cho các bạn muốn xây dựng sự nghiệp với ngành này. Vậy những lợi ích khi học ngành CNTT là gì?”</a:t>
            </a:r>
          </a:p>
          <a:p>
            <a:endParaRPr lang="en-VN" dirty="0"/>
          </a:p>
        </p:txBody>
      </p:sp>
      <p:sp>
        <p:nvSpPr>
          <p:cNvPr id="7" name="Action Button: Return 6">
            <a:hlinkClick r:id="rId2" action="ppaction://hlinksldjump" highlightClick="1"/>
            <a:extLst>
              <a:ext uri="{FF2B5EF4-FFF2-40B4-BE49-F238E27FC236}">
                <a16:creationId xmlns:a16="http://schemas.microsoft.com/office/drawing/2014/main" id="{E8C4D4D0-29B7-2193-11A1-8A9664D98069}"/>
              </a:ext>
            </a:extLst>
          </p:cNvPr>
          <p:cNvSpPr/>
          <p:nvPr/>
        </p:nvSpPr>
        <p:spPr>
          <a:xfrm>
            <a:off x="8884920" y="5955666"/>
            <a:ext cx="1042416" cy="452437"/>
          </a:xfrm>
          <a:prstGeom prst="actionButtonRetur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8" name="Slide Number Placeholder 7">
            <a:extLst>
              <a:ext uri="{FF2B5EF4-FFF2-40B4-BE49-F238E27FC236}">
                <a16:creationId xmlns:a16="http://schemas.microsoft.com/office/drawing/2014/main" id="{F2261465-0065-5212-D6FA-F81C3ACFE6CB}"/>
              </a:ext>
            </a:extLst>
          </p:cNvPr>
          <p:cNvSpPr>
            <a:spLocks noGrp="1"/>
          </p:cNvSpPr>
          <p:nvPr>
            <p:ph type="sldNum" sz="quarter" idx="12"/>
          </p:nvPr>
        </p:nvSpPr>
        <p:spPr/>
        <p:txBody>
          <a:bodyPr/>
          <a:lstStyle/>
          <a:p>
            <a:fld id="{421FEF7B-1F34-4AA3-AA34-0C5163B2A8BB}" type="slidenum">
              <a:rPr lang="en-US" smtClean="0"/>
              <a:t>7</a:t>
            </a:fld>
            <a:endParaRPr lang="en-US"/>
          </a:p>
        </p:txBody>
      </p:sp>
    </p:spTree>
    <p:extLst>
      <p:ext uri="{BB962C8B-B14F-4D97-AF65-F5344CB8AC3E}">
        <p14:creationId xmlns:p14="http://schemas.microsoft.com/office/powerpoint/2010/main" val="18809216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1E877-700D-BD18-B970-5B0EC1C38335}"/>
              </a:ext>
            </a:extLst>
          </p:cNvPr>
          <p:cNvSpPr>
            <a:spLocks noGrp="1"/>
          </p:cNvSpPr>
          <p:nvPr>
            <p:ph type="title"/>
          </p:nvPr>
        </p:nvSpPr>
        <p:spPr>
          <a:xfrm>
            <a:off x="838200" y="719666"/>
            <a:ext cx="10515600" cy="1325563"/>
          </a:xfrm>
        </p:spPr>
        <p:txBody>
          <a:bodyPr/>
          <a:lstStyle/>
          <a:p>
            <a:r>
              <a:rPr lang="en-US" dirty="0" err="1"/>
              <a:t>Ví</a:t>
            </a:r>
            <a:r>
              <a:rPr lang="en-US" dirty="0"/>
              <a:t> </a:t>
            </a:r>
            <a:r>
              <a:rPr lang="en-US" dirty="0" err="1"/>
              <a:t>dụ</a:t>
            </a:r>
            <a:r>
              <a:rPr lang="en-US" dirty="0"/>
              <a:t> </a:t>
            </a:r>
            <a:r>
              <a:rPr lang="en-US" dirty="0" err="1"/>
              <a:t>minh</a:t>
            </a:r>
            <a:r>
              <a:rPr lang="en-US" dirty="0"/>
              <a:t> </a:t>
            </a:r>
            <a:r>
              <a:rPr lang="en-US" dirty="0" err="1"/>
              <a:t>chứng</a:t>
            </a:r>
            <a:r>
              <a:rPr lang="en-US" dirty="0"/>
              <a:t> </a:t>
            </a:r>
            <a:r>
              <a:rPr lang="en-US" dirty="0" err="1"/>
              <a:t>một</a:t>
            </a:r>
            <a:r>
              <a:rPr lang="en-US" dirty="0"/>
              <a:t> </a:t>
            </a:r>
            <a:r>
              <a:rPr lang="en-US" dirty="0" err="1"/>
              <a:t>vấn</a:t>
            </a:r>
            <a:r>
              <a:rPr lang="en-US" dirty="0"/>
              <a:t> </a:t>
            </a:r>
            <a:r>
              <a:rPr lang="en-US" dirty="0" err="1"/>
              <a:t>đề</a:t>
            </a:r>
            <a:br>
              <a:rPr lang="en-US" dirty="0"/>
            </a:br>
            <a:endParaRPr lang="en-VN" dirty="0"/>
          </a:p>
        </p:txBody>
      </p:sp>
      <p:sp>
        <p:nvSpPr>
          <p:cNvPr id="3" name="Content Placeholder 2">
            <a:extLst>
              <a:ext uri="{FF2B5EF4-FFF2-40B4-BE49-F238E27FC236}">
                <a16:creationId xmlns:a16="http://schemas.microsoft.com/office/drawing/2014/main" id="{4B94C728-38D2-CA3B-17C1-C682C5C1194E}"/>
              </a:ext>
            </a:extLst>
          </p:cNvPr>
          <p:cNvSpPr>
            <a:spLocks noGrp="1"/>
          </p:cNvSpPr>
          <p:nvPr>
            <p:ph idx="1"/>
          </p:nvPr>
        </p:nvSpPr>
        <p:spPr/>
        <p:txBody>
          <a:bodyPr/>
          <a:lstStyle/>
          <a:p>
            <a:pPr marL="0" indent="0">
              <a:buNone/>
            </a:pPr>
            <a:r>
              <a:rPr lang="en-US" b="1" dirty="0"/>
              <a:t>• </a:t>
            </a:r>
            <a:r>
              <a:rPr lang="en-US" dirty="0" err="1"/>
              <a:t>Bảng</a:t>
            </a:r>
            <a:r>
              <a:rPr lang="en-US" dirty="0"/>
              <a:t> </a:t>
            </a:r>
            <a:r>
              <a:rPr lang="en-US" dirty="0" err="1"/>
              <a:t>thống</a:t>
            </a:r>
            <a:r>
              <a:rPr lang="en-US" dirty="0"/>
              <a:t> </a:t>
            </a:r>
            <a:r>
              <a:rPr lang="en-US" dirty="0" err="1"/>
              <a:t>kê</a:t>
            </a:r>
            <a:r>
              <a:rPr lang="en-US" dirty="0"/>
              <a:t> </a:t>
            </a:r>
            <a:r>
              <a:rPr lang="en-US" dirty="0" err="1"/>
              <a:t>kết</a:t>
            </a:r>
            <a:r>
              <a:rPr lang="en-US" dirty="0"/>
              <a:t> </a:t>
            </a:r>
            <a:r>
              <a:rPr lang="en-US" dirty="0" err="1"/>
              <a:t>quả</a:t>
            </a:r>
            <a:r>
              <a:rPr lang="en-US" dirty="0"/>
              <a:t> </a:t>
            </a:r>
            <a:r>
              <a:rPr lang="en-US" dirty="0" err="1"/>
              <a:t>tuyển</a:t>
            </a:r>
            <a:r>
              <a:rPr lang="en-US" dirty="0"/>
              <a:t> </a:t>
            </a:r>
            <a:r>
              <a:rPr lang="en-US" dirty="0" err="1"/>
              <a:t>sinh</a:t>
            </a:r>
            <a:r>
              <a:rPr lang="en-US" dirty="0"/>
              <a:t> 2020</a:t>
            </a:r>
          </a:p>
          <a:p>
            <a:pPr marL="0" indent="0">
              <a:buNone/>
            </a:pPr>
            <a:endParaRPr lang="en-VN" b="1" dirty="0"/>
          </a:p>
        </p:txBody>
      </p:sp>
      <p:graphicFrame>
        <p:nvGraphicFramePr>
          <p:cNvPr id="5" name="Table 4">
            <a:extLst>
              <a:ext uri="{FF2B5EF4-FFF2-40B4-BE49-F238E27FC236}">
                <a16:creationId xmlns:a16="http://schemas.microsoft.com/office/drawing/2014/main" id="{75A59C62-F63B-5095-90B2-D2061CE888F1}"/>
              </a:ext>
            </a:extLst>
          </p:cNvPr>
          <p:cNvGraphicFramePr>
            <a:graphicFrameLocks noGrp="1"/>
          </p:cNvGraphicFramePr>
          <p:nvPr>
            <p:extLst>
              <p:ext uri="{D42A27DB-BD31-4B8C-83A1-F6EECF244321}">
                <p14:modId xmlns:p14="http://schemas.microsoft.com/office/powerpoint/2010/main" val="3013507805"/>
              </p:ext>
            </p:extLst>
          </p:nvPr>
        </p:nvGraphicFramePr>
        <p:xfrm>
          <a:off x="1463040" y="2392680"/>
          <a:ext cx="9387840" cy="3784280"/>
        </p:xfrm>
        <a:graphic>
          <a:graphicData uri="http://schemas.openxmlformats.org/drawingml/2006/table">
            <a:tbl>
              <a:tblPr firstRow="1" bandRow="1">
                <a:tableStyleId>{7DF18680-E054-41AD-8BC1-D1AEF772440D}</a:tableStyleId>
              </a:tblPr>
              <a:tblGrid>
                <a:gridCol w="4693920">
                  <a:extLst>
                    <a:ext uri="{9D8B030D-6E8A-4147-A177-3AD203B41FA5}">
                      <a16:colId xmlns:a16="http://schemas.microsoft.com/office/drawing/2014/main" val="4109617369"/>
                    </a:ext>
                  </a:extLst>
                </a:gridCol>
                <a:gridCol w="4693920">
                  <a:extLst>
                    <a:ext uri="{9D8B030D-6E8A-4147-A177-3AD203B41FA5}">
                      <a16:colId xmlns:a16="http://schemas.microsoft.com/office/drawing/2014/main" val="1669528840"/>
                    </a:ext>
                  </a:extLst>
                </a:gridCol>
              </a:tblGrid>
              <a:tr h="378428">
                <a:tc>
                  <a:txBody>
                    <a:bodyPr/>
                    <a:lstStyle/>
                    <a:p>
                      <a:pPr>
                        <a:buNone/>
                      </a:pPr>
                      <a:r>
                        <a:rPr lang="en-US" dirty="0" err="1"/>
                        <a:t>Tên</a:t>
                      </a:r>
                      <a:r>
                        <a:rPr lang="en-US" dirty="0"/>
                        <a:t> </a:t>
                      </a:r>
                      <a:r>
                        <a:rPr lang="en-US" dirty="0" err="1"/>
                        <a:t>ngành</a:t>
                      </a:r>
                      <a:r>
                        <a:rPr lang="en-US" dirty="0"/>
                        <a:t>/</a:t>
                      </a:r>
                      <a:r>
                        <a:rPr lang="en-US" dirty="0" err="1"/>
                        <a:t>chuyên</a:t>
                      </a:r>
                      <a:r>
                        <a:rPr lang="en-US" dirty="0"/>
                        <a:t> </a:t>
                      </a:r>
                      <a:r>
                        <a:rPr lang="en-US" dirty="0" err="1"/>
                        <a:t>ngành</a:t>
                      </a:r>
                      <a:endParaRPr lang="en-US" dirty="0"/>
                    </a:p>
                  </a:txBody>
                  <a:tcPr anchor="ctr"/>
                </a:tc>
                <a:tc>
                  <a:txBody>
                    <a:bodyPr/>
                    <a:lstStyle/>
                    <a:p>
                      <a:pPr algn="r">
                        <a:buNone/>
                      </a:pPr>
                      <a:r>
                        <a:rPr lang="vi-VN" dirty="0"/>
                        <a:t>Số lượng tuyển sinh</a:t>
                      </a:r>
                    </a:p>
                  </a:txBody>
                  <a:tcPr anchor="ctr"/>
                </a:tc>
                <a:extLst>
                  <a:ext uri="{0D108BD9-81ED-4DB2-BD59-A6C34878D82A}">
                    <a16:rowId xmlns:a16="http://schemas.microsoft.com/office/drawing/2014/main" val="1827324394"/>
                  </a:ext>
                </a:extLst>
              </a:tr>
              <a:tr h="378428">
                <a:tc>
                  <a:txBody>
                    <a:bodyPr/>
                    <a:lstStyle/>
                    <a:p>
                      <a:pPr>
                        <a:buNone/>
                      </a:pPr>
                      <a:r>
                        <a:rPr lang="en-US"/>
                        <a:t>Công nghệ thông tin</a:t>
                      </a:r>
                    </a:p>
                  </a:txBody>
                  <a:tcPr anchor="ctr"/>
                </a:tc>
                <a:tc>
                  <a:txBody>
                    <a:bodyPr/>
                    <a:lstStyle/>
                    <a:p>
                      <a:pPr algn="r">
                        <a:buNone/>
                      </a:pPr>
                      <a:r>
                        <a:rPr lang="en-VN" dirty="0"/>
                        <a:t>272</a:t>
                      </a:r>
                    </a:p>
                  </a:txBody>
                  <a:tcPr anchor="ctr"/>
                </a:tc>
                <a:extLst>
                  <a:ext uri="{0D108BD9-81ED-4DB2-BD59-A6C34878D82A}">
                    <a16:rowId xmlns:a16="http://schemas.microsoft.com/office/drawing/2014/main" val="1015305647"/>
                  </a:ext>
                </a:extLst>
              </a:tr>
              <a:tr h="378428">
                <a:tc>
                  <a:txBody>
                    <a:bodyPr/>
                    <a:lstStyle/>
                    <a:p>
                      <a:pPr>
                        <a:buNone/>
                      </a:pPr>
                      <a:r>
                        <a:rPr lang="en-US"/>
                        <a:t>Công nghệ thông tin - CLC</a:t>
                      </a:r>
                    </a:p>
                  </a:txBody>
                  <a:tcPr anchor="ctr"/>
                </a:tc>
                <a:tc>
                  <a:txBody>
                    <a:bodyPr/>
                    <a:lstStyle/>
                    <a:p>
                      <a:pPr algn="r">
                        <a:buNone/>
                      </a:pPr>
                      <a:r>
                        <a:rPr lang="en-VN" dirty="0"/>
                        <a:t>144</a:t>
                      </a:r>
                    </a:p>
                  </a:txBody>
                  <a:tcPr anchor="ctr"/>
                </a:tc>
                <a:extLst>
                  <a:ext uri="{0D108BD9-81ED-4DB2-BD59-A6C34878D82A}">
                    <a16:rowId xmlns:a16="http://schemas.microsoft.com/office/drawing/2014/main" val="1132181556"/>
                  </a:ext>
                </a:extLst>
              </a:tr>
              <a:tr h="378428">
                <a:tc>
                  <a:txBody>
                    <a:bodyPr/>
                    <a:lstStyle/>
                    <a:p>
                      <a:pPr>
                        <a:buNone/>
                      </a:pPr>
                      <a:r>
                        <a:rPr lang="en-US"/>
                        <a:t>Công nghệ thông tin - HA</a:t>
                      </a:r>
                    </a:p>
                  </a:txBody>
                  <a:tcPr anchor="ctr"/>
                </a:tc>
                <a:tc>
                  <a:txBody>
                    <a:bodyPr/>
                    <a:lstStyle/>
                    <a:p>
                      <a:pPr algn="r">
                        <a:buNone/>
                      </a:pPr>
                      <a:r>
                        <a:rPr lang="en-VN" dirty="0"/>
                        <a:t>75</a:t>
                      </a:r>
                    </a:p>
                  </a:txBody>
                  <a:tcPr anchor="ctr"/>
                </a:tc>
                <a:extLst>
                  <a:ext uri="{0D108BD9-81ED-4DB2-BD59-A6C34878D82A}">
                    <a16:rowId xmlns:a16="http://schemas.microsoft.com/office/drawing/2014/main" val="3002714664"/>
                  </a:ext>
                </a:extLst>
              </a:tr>
              <a:tr h="378428">
                <a:tc>
                  <a:txBody>
                    <a:bodyPr/>
                    <a:lstStyle/>
                    <a:p>
                      <a:pPr>
                        <a:buNone/>
                      </a:pPr>
                      <a:r>
                        <a:rPr lang="en-US"/>
                        <a:t>Mạng máy tính và truyền thông dữ liệu</a:t>
                      </a:r>
                    </a:p>
                  </a:txBody>
                  <a:tcPr anchor="ctr"/>
                </a:tc>
                <a:tc>
                  <a:txBody>
                    <a:bodyPr/>
                    <a:lstStyle/>
                    <a:p>
                      <a:pPr algn="r">
                        <a:buNone/>
                      </a:pPr>
                      <a:r>
                        <a:rPr lang="en-VN" dirty="0"/>
                        <a:t>149</a:t>
                      </a:r>
                    </a:p>
                  </a:txBody>
                  <a:tcPr anchor="ctr"/>
                </a:tc>
                <a:extLst>
                  <a:ext uri="{0D108BD9-81ED-4DB2-BD59-A6C34878D82A}">
                    <a16:rowId xmlns:a16="http://schemas.microsoft.com/office/drawing/2014/main" val="1573440520"/>
                  </a:ext>
                </a:extLst>
              </a:tr>
              <a:tr h="378428">
                <a:tc>
                  <a:txBody>
                    <a:bodyPr/>
                    <a:lstStyle/>
                    <a:p>
                      <a:pPr>
                        <a:buNone/>
                      </a:pPr>
                      <a:r>
                        <a:rPr lang="en-US"/>
                        <a:t>Kỹ thuật phần mềm</a:t>
                      </a:r>
                    </a:p>
                  </a:txBody>
                  <a:tcPr anchor="ctr"/>
                </a:tc>
                <a:tc>
                  <a:txBody>
                    <a:bodyPr/>
                    <a:lstStyle/>
                    <a:p>
                      <a:pPr algn="r">
                        <a:buNone/>
                      </a:pPr>
                      <a:r>
                        <a:rPr lang="en-VN" dirty="0"/>
                        <a:t>266</a:t>
                      </a:r>
                    </a:p>
                  </a:txBody>
                  <a:tcPr anchor="ctr"/>
                </a:tc>
                <a:extLst>
                  <a:ext uri="{0D108BD9-81ED-4DB2-BD59-A6C34878D82A}">
                    <a16:rowId xmlns:a16="http://schemas.microsoft.com/office/drawing/2014/main" val="1161968953"/>
                  </a:ext>
                </a:extLst>
              </a:tr>
              <a:tr h="378428">
                <a:tc>
                  <a:txBody>
                    <a:bodyPr/>
                    <a:lstStyle/>
                    <a:p>
                      <a:pPr>
                        <a:buNone/>
                      </a:pPr>
                      <a:r>
                        <a:rPr lang="en-US"/>
                        <a:t>Hệ thống thông tin</a:t>
                      </a:r>
                    </a:p>
                  </a:txBody>
                  <a:tcPr anchor="ctr"/>
                </a:tc>
                <a:tc>
                  <a:txBody>
                    <a:bodyPr/>
                    <a:lstStyle/>
                    <a:p>
                      <a:pPr algn="r">
                        <a:buNone/>
                      </a:pPr>
                      <a:r>
                        <a:rPr lang="en-VN" dirty="0"/>
                        <a:t>135</a:t>
                      </a:r>
                    </a:p>
                  </a:txBody>
                  <a:tcPr anchor="ctr"/>
                </a:tc>
                <a:extLst>
                  <a:ext uri="{0D108BD9-81ED-4DB2-BD59-A6C34878D82A}">
                    <a16:rowId xmlns:a16="http://schemas.microsoft.com/office/drawing/2014/main" val="3346680885"/>
                  </a:ext>
                </a:extLst>
              </a:tr>
              <a:tr h="378428">
                <a:tc>
                  <a:txBody>
                    <a:bodyPr/>
                    <a:lstStyle/>
                    <a:p>
                      <a:pPr>
                        <a:buNone/>
                      </a:pPr>
                      <a:r>
                        <a:rPr lang="en-US"/>
                        <a:t>Khoa học máy tính</a:t>
                      </a:r>
                    </a:p>
                  </a:txBody>
                  <a:tcPr anchor="ctr"/>
                </a:tc>
                <a:tc>
                  <a:txBody>
                    <a:bodyPr/>
                    <a:lstStyle/>
                    <a:p>
                      <a:pPr algn="r">
                        <a:buNone/>
                      </a:pPr>
                      <a:r>
                        <a:rPr lang="en-VN" dirty="0"/>
                        <a:t>178</a:t>
                      </a:r>
                    </a:p>
                  </a:txBody>
                  <a:tcPr anchor="ctr"/>
                </a:tc>
                <a:extLst>
                  <a:ext uri="{0D108BD9-81ED-4DB2-BD59-A6C34878D82A}">
                    <a16:rowId xmlns:a16="http://schemas.microsoft.com/office/drawing/2014/main" val="662718980"/>
                  </a:ext>
                </a:extLst>
              </a:tr>
              <a:tr h="378428">
                <a:tc>
                  <a:txBody>
                    <a:bodyPr/>
                    <a:lstStyle/>
                    <a:p>
                      <a:pPr>
                        <a:buNone/>
                      </a:pPr>
                      <a:r>
                        <a:rPr lang="en-US"/>
                        <a:t>Tin học ứng dụng</a:t>
                      </a:r>
                    </a:p>
                  </a:txBody>
                  <a:tcPr anchor="ctr"/>
                </a:tc>
                <a:tc>
                  <a:txBody>
                    <a:bodyPr/>
                    <a:lstStyle/>
                    <a:p>
                      <a:pPr algn="r">
                        <a:buNone/>
                      </a:pPr>
                      <a:r>
                        <a:rPr lang="en-VN" dirty="0"/>
                        <a:t>32</a:t>
                      </a:r>
                    </a:p>
                  </a:txBody>
                  <a:tcPr anchor="ctr"/>
                </a:tc>
                <a:extLst>
                  <a:ext uri="{0D108BD9-81ED-4DB2-BD59-A6C34878D82A}">
                    <a16:rowId xmlns:a16="http://schemas.microsoft.com/office/drawing/2014/main" val="1270193673"/>
                  </a:ext>
                </a:extLst>
              </a:tr>
              <a:tr h="378428">
                <a:tc>
                  <a:txBody>
                    <a:bodyPr/>
                    <a:lstStyle/>
                    <a:p>
                      <a:pPr>
                        <a:buNone/>
                      </a:pPr>
                      <a:r>
                        <a:rPr lang="en-US" b="1"/>
                        <a:t>Tổng</a:t>
                      </a:r>
                      <a:endParaRPr lang="en-US"/>
                    </a:p>
                  </a:txBody>
                  <a:tcPr anchor="ctr"/>
                </a:tc>
                <a:tc>
                  <a:txBody>
                    <a:bodyPr/>
                    <a:lstStyle/>
                    <a:p>
                      <a:pPr algn="r">
                        <a:buNone/>
                      </a:pPr>
                      <a:r>
                        <a:rPr lang="en-VN" b="1" dirty="0"/>
                        <a:t>1251</a:t>
                      </a:r>
                      <a:endParaRPr lang="en-VN" dirty="0"/>
                    </a:p>
                  </a:txBody>
                  <a:tcPr anchor="ctr"/>
                </a:tc>
                <a:extLst>
                  <a:ext uri="{0D108BD9-81ED-4DB2-BD59-A6C34878D82A}">
                    <a16:rowId xmlns:a16="http://schemas.microsoft.com/office/drawing/2014/main" val="1110991221"/>
                  </a:ext>
                </a:extLst>
              </a:tr>
            </a:tbl>
          </a:graphicData>
        </a:graphic>
      </p:graphicFrame>
      <p:sp>
        <p:nvSpPr>
          <p:cNvPr id="6" name="Action Button: Return 5">
            <a:hlinkClick r:id="rId2" action="ppaction://hlinksldjump" highlightClick="1"/>
            <a:extLst>
              <a:ext uri="{FF2B5EF4-FFF2-40B4-BE49-F238E27FC236}">
                <a16:creationId xmlns:a16="http://schemas.microsoft.com/office/drawing/2014/main" id="{D125B55B-0D8A-AF1D-7C6D-ED92B68B1A31}"/>
              </a:ext>
            </a:extLst>
          </p:cNvPr>
          <p:cNvSpPr/>
          <p:nvPr/>
        </p:nvSpPr>
        <p:spPr>
          <a:xfrm>
            <a:off x="9570720" y="1402080"/>
            <a:ext cx="1042416" cy="643149"/>
          </a:xfrm>
          <a:prstGeom prst="actionButtonRetur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9" name="Slide Number Placeholder 8">
            <a:extLst>
              <a:ext uri="{FF2B5EF4-FFF2-40B4-BE49-F238E27FC236}">
                <a16:creationId xmlns:a16="http://schemas.microsoft.com/office/drawing/2014/main" id="{0DDD684A-2A14-4F1A-852C-45B472EDDDF0}"/>
              </a:ext>
            </a:extLst>
          </p:cNvPr>
          <p:cNvSpPr>
            <a:spLocks noGrp="1"/>
          </p:cNvSpPr>
          <p:nvPr>
            <p:ph type="sldNum" sz="quarter" idx="12"/>
          </p:nvPr>
        </p:nvSpPr>
        <p:spPr/>
        <p:txBody>
          <a:bodyPr/>
          <a:lstStyle/>
          <a:p>
            <a:fld id="{421FEF7B-1F34-4AA3-AA34-0C5163B2A8BB}" type="slidenum">
              <a:rPr lang="en-US" smtClean="0"/>
              <a:t>8</a:t>
            </a:fld>
            <a:endParaRPr lang="en-US"/>
          </a:p>
        </p:txBody>
      </p:sp>
    </p:spTree>
    <p:extLst>
      <p:ext uri="{BB962C8B-B14F-4D97-AF65-F5344CB8AC3E}">
        <p14:creationId xmlns:p14="http://schemas.microsoft.com/office/powerpoint/2010/main" val="862844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TotalTime>
  <Words>424</Words>
  <Application>Microsoft Office PowerPoint</Application>
  <PresentationFormat>Widescreen</PresentationFormat>
  <Paragraphs>65</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Times New Roman</vt:lpstr>
      <vt:lpstr>Wingdings</vt:lpstr>
      <vt:lpstr>Office Theme</vt:lpstr>
      <vt:lpstr>BỐ CỤC MỘT BÀI THUYẾT TRÌNH </vt:lpstr>
      <vt:lpstr>Giới thiệu </vt:lpstr>
      <vt:lpstr>Phần mở đầu </vt:lpstr>
      <vt:lpstr>Phần chính </vt:lpstr>
      <vt:lpstr>Phần kết </vt:lpstr>
      <vt:lpstr>Cám ơn sự chú ý của quý vị </vt:lpstr>
      <vt:lpstr>Ví dụ: sử dụng một đoạn trích dẫn khi giới thiệu </vt:lpstr>
      <vt:lpstr>Ví dụ minh chứng một vấn đề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thông minh</dc:creator>
  <cp:lastModifiedBy>RE Koiiwa</cp:lastModifiedBy>
  <cp:revision>4</cp:revision>
  <dcterms:created xsi:type="dcterms:W3CDTF">2026-02-04T06:45:06Z</dcterms:created>
  <dcterms:modified xsi:type="dcterms:W3CDTF">2026-02-04T12:00:49Z</dcterms:modified>
</cp:coreProperties>
</file>